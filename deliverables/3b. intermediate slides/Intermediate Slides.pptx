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0"/>
  </p:notesMasterIdLst>
  <p:handoutMasterIdLst>
    <p:handoutMasterId r:id="rId21"/>
  </p:handoutMasterIdLst>
  <p:sldIdLst>
    <p:sldId id="278" r:id="rId5"/>
    <p:sldId id="279" r:id="rId6"/>
    <p:sldId id="289" r:id="rId7"/>
    <p:sldId id="280" r:id="rId8"/>
    <p:sldId id="283" r:id="rId9"/>
    <p:sldId id="284" r:id="rId10"/>
    <p:sldId id="281" r:id="rId11"/>
    <p:sldId id="290" r:id="rId12"/>
    <p:sldId id="282" r:id="rId13"/>
    <p:sldId id="291" r:id="rId14"/>
    <p:sldId id="285" r:id="rId15"/>
    <p:sldId id="292" r:id="rId16"/>
    <p:sldId id="286" r:id="rId17"/>
    <p:sldId id="287" r:id="rId18"/>
    <p:sldId id="288" r:id="rId19"/>
  </p:sldIdLst>
  <p:sldSz cx="9144000" cy="5715000" type="screen16x10"/>
  <p:notesSz cx="6858000" cy="9144000"/>
  <p:custDataLst>
    <p:tags r:id="rId22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5465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1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11A37"/>
    <a:srgbClr val="1A1448"/>
    <a:srgbClr val="404040"/>
    <a:srgbClr val="E7EFF7"/>
    <a:srgbClr val="CBDDEF"/>
    <a:srgbClr val="0096D3"/>
    <a:srgbClr val="0C94B7"/>
    <a:srgbClr val="41B4CE"/>
    <a:srgbClr val="73BA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376" autoAdjust="0"/>
    <p:restoredTop sz="91570" autoAdjust="0"/>
  </p:normalViewPr>
  <p:slideViewPr>
    <p:cSldViewPr snapToGrid="0" showGuides="1">
      <p:cViewPr varScale="1">
        <p:scale>
          <a:sx n="122" d="100"/>
          <a:sy n="122" d="100"/>
        </p:scale>
        <p:origin x="992" y="296"/>
      </p:cViewPr>
      <p:guideLst>
        <p:guide orient="horz" pos="1800"/>
        <p:guide pos="5465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gs" Target="tags/tag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18.04.2026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de-AT" smtClean="0"/>
              <a:pPr/>
              <a:t>18.04.2026</a:t>
            </a:fld>
            <a:endParaRPr lang="de-AT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de-AT" smtClean="0"/>
              <a:pPr/>
              <a:t>‹#›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565955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pic>
        <p:nvPicPr>
          <p:cNvPr id="16" name="Grafik 15">
            <a:extLst>
              <a:ext uri="{FF2B5EF4-FFF2-40B4-BE49-F238E27FC236}">
                <a16:creationId xmlns:a16="http://schemas.microsoft.com/office/drawing/2014/main" id="{BCE2647B-5073-4CAC-9C5E-8009FCC053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77A3717-F920-47F5-9A6A-43B4555D244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6A3FCC5-1509-445E-BE36-5F597590EDBB}"/>
              </a:ext>
            </a:extLst>
          </p:cNvPr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1731679"/>
          </a:xfrm>
        </p:grpSpPr>
        <p:sp>
          <p:nvSpPr>
            <p:cNvPr id="13" name="Rechteck 12"/>
            <p:cNvSpPr/>
            <p:nvPr userDrawn="1"/>
          </p:nvSpPr>
          <p:spPr>
            <a:xfrm>
              <a:off x="6192000" y="603319"/>
              <a:ext cx="2648188" cy="17316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1731679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8" y="1296154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 userDrawn="1">
            <p:ph type="body" sz="quarter" idx="11"/>
          </p:nvPr>
        </p:nvSpPr>
        <p:spPr bwMode="white">
          <a:xfrm>
            <a:off x="287338" y="2642906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 userDrawn="1"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D5C1542-29B8-4AE1-B0C9-CD406CE5EF8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234A93-CFFB-4237-9659-D02118469D8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AT" dirty="0"/>
              <a:t>Textmasterformat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E4B0F6-B814-432F-A5EF-779CD4E3E58E}" type="datetime1">
              <a:rPr lang="de-AT" smtClean="0"/>
              <a:t>18.04.2026</a:t>
            </a:fld>
            <a:endParaRPr lang="de-AT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B662EC1-7F7E-4F35-9E96-6A12310053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CB48493-A0F2-468C-986D-2A150B5DEF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413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68921D79-517C-4187-882B-8B1EFDBF5E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03EC835-F8EC-46FF-A7D8-2C72534AF7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F116690-1CA5-4CDF-B922-0BB3C7E060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2C9326-2A46-4857-9E76-0DB2F283D62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A475DBF-FF8A-499C-9A9D-A1690ED3361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D71C56E8-CA3B-4481-B593-3FAEA5B8938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7" name="Rechteck 16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8" name="Rechteck 17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56068296-11E8-4929-AA24-078FC628B7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6EC7758-8011-47AD-A756-F263091D5BB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B897B33-8355-44AC-8129-26BF5973F3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00495DC-0F57-4304-BBFD-BB5FA5288F7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18.04.2026</a:t>
            </a:fld>
            <a:endParaRPr lang="de-AT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81D7EAB-0BA7-4E01-91B2-EC9EF18DB6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E0998BC-97DF-4E25-87DA-15ED5E16C46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18.04.2026</a:t>
            </a:fld>
            <a:endParaRPr lang="de-A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8CE3C7E9-F05D-4DB6-844F-097DC39A0A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DCF4C52-7450-4216-AD35-23E4508F83A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de-AT" dirty="0"/>
              <a:t>Platzhalter für Objekte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3B1CA4E-C398-49A1-9CD7-D9ACEA72DB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0548-BB61-4975-B080-1B6E0D52ECC3}" type="datetime1">
              <a:rPr lang="de-AT" smtClean="0"/>
              <a:t>18.04.2026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208B580-4914-472C-873D-0ABC3D2F1944}" type="datetime1">
              <a:rPr lang="de-AT" smtClean="0"/>
              <a:t>18.04.2026</a:t>
            </a:fld>
            <a:endParaRPr lang="de-AT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de-AT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de-AT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 Adressdaten eingeben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60B22D8-19A8-4750-AD83-286C35A4BCEC}" type="datetime1">
              <a:rPr lang="de-AT" smtClean="0"/>
              <a:t>18.04.2026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E3A7D816-8143-4089-A674-7FBE2F1D70EC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de-AT" dirty="0"/>
              <a:t>Textmasterformate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F16FBD4-A1A0-4C0D-8ECA-591A550A295A}" type="datetime1">
              <a:rPr lang="de-AT" smtClean="0"/>
              <a:pPr/>
              <a:t>18.04.2026</a:t>
            </a:fld>
            <a:endParaRPr lang="de-AT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de-AT" dirty="0"/>
              <a:t>Titelmasterformat durch </a:t>
            </a:r>
            <a:br>
              <a:rPr lang="de-AT" dirty="0"/>
            </a:br>
            <a:r>
              <a:rPr lang="de-AT" dirty="0"/>
              <a:t>Klicken bearbeiten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229F41FE-2827-48CB-9F30-E0C59775241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>
          <a:xfrm>
            <a:off x="605405" y="1301365"/>
            <a:ext cx="5487111" cy="1026000"/>
          </a:xfrm>
        </p:spPr>
        <p:txBody>
          <a:bodyPr/>
          <a:lstStyle/>
          <a:p>
            <a:r>
              <a:rPr lang="en-AT" dirty="0"/>
              <a:t>Tree Detection</a:t>
            </a:r>
            <a:endParaRPr lang="de-AT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infrared.city-1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1"/>
          </p:nvPr>
        </p:nvSpPr>
        <p:spPr>
          <a:xfrm>
            <a:off x="287338" y="2695204"/>
            <a:ext cx="3392933" cy="956773"/>
          </a:xfrm>
        </p:spPr>
        <p:txBody>
          <a:bodyPr tIns="108000" bIns="108000"/>
          <a:lstStyle/>
          <a:p>
            <a:r>
              <a:rPr lang="pt-BR" dirty="0"/>
              <a:t>Moritz H</a:t>
            </a:r>
            <a:r>
              <a:rPr lang="en-AT" dirty="0"/>
              <a:t>ö</a:t>
            </a:r>
            <a:r>
              <a:rPr lang="pt-BR" dirty="0"/>
              <a:t>rmansdorfer</a:t>
            </a:r>
            <a:br>
              <a:rPr lang="en-AT" dirty="0"/>
            </a:br>
            <a:r>
              <a:rPr lang="pt-BR" dirty="0"/>
              <a:t>Sara Klasov</a:t>
            </a:r>
            <a:r>
              <a:rPr lang="en-AT" dirty="0"/>
              <a:t>á</a:t>
            </a:r>
            <a:r>
              <a:rPr lang="pt-BR" dirty="0"/>
              <a:t> </a:t>
            </a:r>
            <a:br>
              <a:rPr lang="en-AT" dirty="0"/>
            </a:br>
            <a:r>
              <a:rPr lang="pt-BR" dirty="0"/>
              <a:t>Dominik Oberhumer </a:t>
            </a:r>
            <a:br>
              <a:rPr lang="en-AT" dirty="0"/>
            </a:br>
            <a:r>
              <a:rPr lang="pt-BR" dirty="0"/>
              <a:t>Nina Salnikow</a:t>
            </a:r>
            <a:endParaRPr lang="de-AT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AT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198723101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694357-503C-B614-1EED-799201F2002E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BulletedText"/>
                  </p202:designTagLst>
                </p202:designPr>
              </p:ext>
            </p:extLst>
          </p:nvPr>
        </p:nvSpPr>
        <p:spPr>
          <a:xfrm>
            <a:off x="462019" y="1344613"/>
            <a:ext cx="7759644" cy="3853905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Project Outline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ML Pipeline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Problems</a:t>
            </a:r>
          </a:p>
          <a:p>
            <a:pPr>
              <a:buFont typeface="Arial" panose="020B0604020202020204" pitchFamily="34" charset="0"/>
              <a:buChar char="•"/>
            </a:pPr>
            <a:endParaRPr lang="en-AT" dirty="0"/>
          </a:p>
          <a:p>
            <a:pPr>
              <a:buFont typeface="Arial" panose="020B0604020202020204" pitchFamily="34" charset="0"/>
              <a:buChar char="•"/>
            </a:pPr>
            <a:endParaRPr lang="de-AT" dirty="0"/>
          </a:p>
        </p:txBody>
      </p: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50EAF885-E129-F31F-40B4-5D5434377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4F789658-D253-D456-807A-8FA25B857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2</a:t>
            </a:fld>
            <a:endParaRPr lang="de-A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8C4412-78CF-CAC3-B202-CF9A939C8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de-AT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9821201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D6CCD093-8E48-7105-9335-0C6CF034759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78A38ED-D965-8D8C-CE06-352C317461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dirty="0"/>
              <a:t>Introduction</a:t>
            </a:r>
            <a:endParaRPr lang="de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E8F32F-DDBD-9E15-612D-88EC46FEA33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372F8-276C-039B-1BC1-220CF67F7CB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48148943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66D96B-7F11-DEDE-8549-8B93DFDDB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&lt;</a:t>
            </a:r>
            <a:r>
              <a:rPr lang="en-AT" dirty="0" err="1"/>
              <a:t>hitze</a:t>
            </a:r>
            <a:r>
              <a:rPr lang="en-AT" dirty="0"/>
              <a:t> </a:t>
            </a:r>
            <a:r>
              <a:rPr lang="en-AT" dirty="0" err="1"/>
              <a:t>grafik</a:t>
            </a:r>
            <a:r>
              <a:rPr lang="en-AT" dirty="0"/>
              <a:t>&gt; - </a:t>
            </a:r>
            <a:r>
              <a:rPr lang="en-AT" dirty="0" err="1"/>
              <a:t>wärmebild</a:t>
            </a:r>
            <a:r>
              <a:rPr lang="en-AT" dirty="0"/>
              <a:t> </a:t>
            </a:r>
            <a:r>
              <a:rPr lang="en-AT" dirty="0" err="1"/>
              <a:t>zB</a:t>
            </a:r>
            <a:endParaRPr lang="en-AT" dirty="0"/>
          </a:p>
          <a:p>
            <a:r>
              <a:rPr lang="de-AT" dirty="0"/>
              <a:t>R</a:t>
            </a:r>
            <a:r>
              <a:rPr lang="en-AT" dirty="0" err="1"/>
              <a:t>eden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klimawandel</a:t>
            </a:r>
            <a:r>
              <a:rPr lang="en-AT" dirty="0"/>
              <a:t> </a:t>
            </a:r>
          </a:p>
          <a:p>
            <a:r>
              <a:rPr lang="en-AT" dirty="0"/>
              <a:t>&lt;</a:t>
            </a:r>
            <a:r>
              <a:rPr lang="en-AT" dirty="0" err="1"/>
              <a:t>bild</a:t>
            </a:r>
            <a:r>
              <a:rPr lang="en-AT" dirty="0"/>
              <a:t> </a:t>
            </a:r>
            <a:r>
              <a:rPr lang="en-AT" dirty="0" err="1"/>
              <a:t>grün</a:t>
            </a:r>
            <a:r>
              <a:rPr lang="en-AT" dirty="0"/>
              <a:t>, </a:t>
            </a:r>
            <a:r>
              <a:rPr lang="en-AT" dirty="0" err="1"/>
              <a:t>bäume</a:t>
            </a:r>
            <a:r>
              <a:rPr lang="en-AT" dirty="0"/>
              <a:t>&gt;</a:t>
            </a:r>
          </a:p>
          <a:p>
            <a:r>
              <a:rPr lang="de-AT" dirty="0"/>
              <a:t>R</a:t>
            </a:r>
            <a:r>
              <a:rPr lang="en-AT" dirty="0" err="1"/>
              <a:t>eden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kühlfaktor</a:t>
            </a:r>
            <a:r>
              <a:rPr lang="en-AT" dirty="0"/>
              <a:t> von </a:t>
            </a:r>
            <a:r>
              <a:rPr lang="en-AT" dirty="0" err="1"/>
              <a:t>bäumen</a:t>
            </a:r>
            <a:endParaRPr lang="en-AT" dirty="0"/>
          </a:p>
          <a:p>
            <a:r>
              <a:rPr lang="en-AT" dirty="0" err="1"/>
              <a:t>Bäume</a:t>
            </a:r>
            <a:r>
              <a:rPr lang="en-AT" dirty="0"/>
              <a:t>: </a:t>
            </a:r>
            <a:r>
              <a:rPr lang="en-AT" dirty="0" err="1"/>
              <a:t>Mikroklima</a:t>
            </a:r>
            <a:endParaRPr lang="en-AT" dirty="0"/>
          </a:p>
          <a:p>
            <a:r>
              <a:rPr lang="en-AT" dirty="0" err="1"/>
              <a:t>Bäume</a:t>
            </a:r>
            <a:r>
              <a:rPr lang="en-AT" dirty="0"/>
              <a:t> </a:t>
            </a:r>
            <a:r>
              <a:rPr lang="en-AT" dirty="0" err="1"/>
              <a:t>Hochwasserschutz</a:t>
            </a:r>
            <a:endParaRPr lang="en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5317A6-8F44-FEF4-5A8A-CEBBF99BD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F5F5-7299-FF75-DEFE-16913BEC7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4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F9EB10-CE87-797F-8568-E2D1C7AF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Introduction - Problem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0962492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D100B-FEDE-01FA-15CF-FE363BF1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0998CE-9581-AABF-DCF5-DEF07AAE9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&lt;Logo Infrared&gt; - </a:t>
            </a:r>
            <a:r>
              <a:rPr lang="en-AT" dirty="0" err="1"/>
              <a:t>kurz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den </a:t>
            </a:r>
            <a:r>
              <a:rPr lang="en-AT" dirty="0" err="1"/>
              <a:t>firmenpartner</a:t>
            </a:r>
            <a:r>
              <a:rPr lang="en-AT" dirty="0"/>
              <a:t> </a:t>
            </a:r>
            <a:r>
              <a:rPr lang="en-AT" dirty="0" err="1"/>
              <a:t>reden</a:t>
            </a:r>
            <a:endParaRPr lang="en-AT" dirty="0"/>
          </a:p>
          <a:p>
            <a:r>
              <a:rPr lang="en-AT" dirty="0"/>
              <a:t>&lt;</a:t>
            </a:r>
            <a:r>
              <a:rPr lang="en-AT" dirty="0" err="1"/>
              <a:t>Vorjahresprojekte</a:t>
            </a:r>
            <a:r>
              <a:rPr lang="en-AT" dirty="0"/>
              <a:t> </a:t>
            </a:r>
            <a:r>
              <a:rPr lang="en-AT" dirty="0" err="1"/>
              <a:t>referenzieren</a:t>
            </a:r>
            <a:r>
              <a:rPr lang="en-AT" dirty="0"/>
              <a:t>&gt;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8AC091-D0D4-C0B4-BD79-9D614FFFD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FDE91-CCD3-18A2-BE6E-4A1B011CB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5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B909EC-5B0E-DDEA-8EC7-3BF2DEB0B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Introduction - Context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1567392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1213BA-B3C2-2AEB-9193-431C84D29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S</a:t>
            </a:r>
            <a:r>
              <a:rPr lang="en-AT" dirty="0" err="1"/>
              <a:t>ehr</a:t>
            </a:r>
            <a:r>
              <a:rPr lang="en-AT" dirty="0"/>
              <a:t> </a:t>
            </a:r>
            <a:r>
              <a:rPr lang="en-AT" dirty="0" err="1"/>
              <a:t>kurze</a:t>
            </a:r>
            <a:r>
              <a:rPr lang="en-AT" dirty="0"/>
              <a:t> </a:t>
            </a:r>
            <a:r>
              <a:rPr lang="en-AT" dirty="0" err="1"/>
              <a:t>beschreibung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unseren</a:t>
            </a:r>
            <a:r>
              <a:rPr lang="en-AT" dirty="0"/>
              <a:t> </a:t>
            </a:r>
            <a:r>
              <a:rPr lang="en-AT" dirty="0" err="1"/>
              <a:t>lösungsansatz</a:t>
            </a:r>
            <a:r>
              <a:rPr lang="en-AT" dirty="0"/>
              <a:t>. </a:t>
            </a:r>
          </a:p>
          <a:p>
            <a:r>
              <a:rPr lang="en-AT" dirty="0"/>
              <a:t>Big Picture</a:t>
            </a:r>
            <a:endParaRPr lang="de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8B6370-F74B-016B-FF0D-DC1DB043D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250EA5-2055-EE81-72DE-79F3DC45E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6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724D8D-8F49-F6D8-7959-06B7DCFC7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Introduction – Our solution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48090264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2C18C2-F185-C621-7435-72C1CFBDD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 err="1"/>
              <a:t>Klimazone</a:t>
            </a:r>
            <a:r>
              <a:rPr lang="en-AT" dirty="0"/>
              <a:t> (</a:t>
            </a:r>
            <a:r>
              <a:rPr lang="en-AT" dirty="0" err="1"/>
              <a:t>gemäßigt</a:t>
            </a:r>
            <a:r>
              <a:rPr lang="en-AT" dirty="0"/>
              <a:t> </a:t>
            </a:r>
            <a:r>
              <a:rPr lang="en-AT" dirty="0" err="1"/>
              <a:t>mitteleuropäisch</a:t>
            </a:r>
            <a:r>
              <a:rPr lang="en-AT" dirty="0"/>
              <a:t>)</a:t>
            </a:r>
          </a:p>
          <a:p>
            <a:r>
              <a:rPr lang="en-AT" dirty="0" err="1"/>
              <a:t>Mehrere</a:t>
            </a:r>
            <a:r>
              <a:rPr lang="en-AT" dirty="0"/>
              <a:t> Jahreszeiten</a:t>
            </a:r>
          </a:p>
          <a:p>
            <a:endParaRPr lang="en-AT" dirty="0"/>
          </a:p>
          <a:p>
            <a:endParaRPr lang="en-AT" dirty="0"/>
          </a:p>
          <a:p>
            <a:r>
              <a:rPr lang="en-AT" dirty="0"/>
              <a:t>Out of scope: </a:t>
            </a:r>
          </a:p>
          <a:p>
            <a:pPr lvl="1"/>
            <a:r>
              <a:rPr lang="en-AT" dirty="0" err="1"/>
              <a:t>Simulationen</a:t>
            </a:r>
            <a:r>
              <a:rPr lang="en-AT" dirty="0"/>
              <a:t> (Hitze, </a:t>
            </a:r>
            <a:r>
              <a:rPr lang="en-AT" dirty="0" err="1"/>
              <a:t>flut</a:t>
            </a:r>
            <a:r>
              <a:rPr lang="en-AT" dirty="0"/>
              <a:t>). </a:t>
            </a:r>
          </a:p>
          <a:p>
            <a:pPr lvl="1"/>
            <a:r>
              <a:rPr lang="en-AT" dirty="0"/>
              <a:t>Kleine </a:t>
            </a:r>
            <a:r>
              <a:rPr lang="en-AT" dirty="0" err="1"/>
              <a:t>einzelbäume</a:t>
            </a:r>
            <a:r>
              <a:rPr lang="en-AT" dirty="0"/>
              <a:t> (die in </a:t>
            </a:r>
            <a:r>
              <a:rPr lang="en-AT" dirty="0" err="1"/>
              <a:t>auflösung</a:t>
            </a:r>
            <a:r>
              <a:rPr lang="en-AT" dirty="0"/>
              <a:t> </a:t>
            </a:r>
            <a:r>
              <a:rPr lang="en-AT" dirty="0" err="1"/>
              <a:t>unter</a:t>
            </a:r>
            <a:r>
              <a:rPr lang="en-AT" dirty="0"/>
              <a:t> </a:t>
            </a:r>
            <a:r>
              <a:rPr lang="en-AT" dirty="0" err="1"/>
              <a:t>gehen</a:t>
            </a:r>
            <a:r>
              <a:rPr lang="en-AT" dirty="0"/>
              <a:t>)</a:t>
            </a:r>
            <a:endParaRPr lang="de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B64D95-FAF4-69ED-418D-4071B194B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2AAA4-35A8-7150-EB96-79DC412AE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7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4B5E96-66C7-B557-D215-2616AAD0E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Introduction – Scope and Limitation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176988336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A9787-3D65-3BEC-6313-2A969AFE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51A5E02-4242-D600-A920-0DAB419AC7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1D3E41C-4FB2-0BCD-907D-CEAE3AA9E0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dirty="0"/>
              <a:t>Data</a:t>
            </a:r>
            <a:endParaRPr lang="de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98F11D-E956-FC68-4A79-9A2203B5CD3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DD7BD-0339-92CF-FB96-5FB245E924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53633624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2E7214-4F08-BCA5-CB79-65FC9D81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Nina</a:t>
            </a:r>
            <a:endParaRPr lang="de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7ACA64-64AD-8BF0-B716-0DC5C881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74743-AD10-D86E-4282-53F1AD842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9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E097C4-4CD3-17AD-A19F-A83E6249D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Data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61093438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52552-A00A-904C-7C5B-1060AC6B9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DEE036EB-28F2-D729-CAF5-479DBCDF239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14F809-7769-243A-89F5-C8A05A3B24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dirty="0"/>
              <a:t>EDA</a:t>
            </a:r>
            <a:endParaRPr lang="de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F68120-CC3E-2103-8570-542A7B980DC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C7969-4824-F50A-DB54-40F24F006B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07917642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2892A8-59FD-BDE2-5C31-E8A339179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Sara</a:t>
            </a:r>
            <a:endParaRPr lang="de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BE826A-1745-69E7-B6E1-1A33BB14B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2B74D9-3E76-D0C8-63E6-C2C85C9B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11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60DEAA2-3E85-9897-D9BB-34B7F9CC3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EDA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67099027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8064-ED54-24FD-9DDA-6A49A4C1D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E7777D16-03AB-0A96-7198-944DB3591A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39B1456-DDC3-2B4C-B3DD-340D9058CB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dirty="0"/>
              <a:t>ML Pipeline</a:t>
            </a:r>
            <a:endParaRPr lang="de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1E4410-BE81-67FE-5B0B-DC510C21F96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B18E5-A68F-3E1A-0FF7-783324C416B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2581398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82311F-B799-E5F3-5922-87F2BC984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Moritz</a:t>
            </a:r>
            <a:endParaRPr lang="de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D817E9-7FF2-549D-90CA-F6F1446EB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66076-D74B-486C-F520-9051D41D4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13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6D4E55-CBA9-89D7-0CE9-EF7E41234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Pipeline, Implementation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516714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9199E9-7453-F47B-9446-81F386FB0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Moritz</a:t>
            </a:r>
            <a:endParaRPr lang="de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26E0E6-41F2-96DE-BF05-12C291430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B0CDD-22CD-F2C3-CDA9-CB13E4649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14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B34AEE-C292-F9D9-E0D1-5FCDC4503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Problems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28913258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9693A6-9344-C5E4-3755-8973C9E05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B25A93-C64F-E01C-0CC1-3A930E78F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FC2F18-AA5F-703D-E941-865891491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15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17993FF-05FC-40D7-1E06-61B1A287D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Discussion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722022222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German Austria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Musterpräsentation 16x10.potx" id="{89FEFAF3-4721-453B-9DDB-5601F7C9FC5D}" vid="{640991EF-C554-4C4C-9E8E-1E5B46439C7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2" ma:contentTypeDescription="Ein neues Dokument erstellen." ma:contentTypeScope="" ma:versionID="b5ccb5bb211b6ddcc624790d84f2bb9f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046596c9011a87760a505164f9d920d3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Musterpräsentation im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  <SharedWithUsers xmlns="08b0a3ee-3d2a-451c-9a1a-7e5d5b0c9c77">
      <UserInfo>
        <DisplayName>Hernandez Perez, Laura</DisplayName>
        <AccountId>6100</AccountId>
        <AccountType/>
      </UserInfo>
      <UserInfo>
        <DisplayName>Hermann, Anett</DisplayName>
        <AccountId>2869</AccountId>
        <AccountType/>
      </UserInfo>
    </SharedWithUser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69B4889-3CCA-46C6-8FD4-B0AB941A4B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8DFAF-C9AD-4CE5-A221-45D64FB05328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9346B3ED-06B1-4DE8-9648-0F78B5B453B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Musterpräsentation 16x10</Template>
  <TotalTime>0</TotalTime>
  <Words>180</Words>
  <Application>Microsoft Office PowerPoint</Application>
  <PresentationFormat>On-screen Show (16:10)</PresentationFormat>
  <Paragraphs>73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Georgia</vt:lpstr>
      <vt:lpstr>Verdana</vt:lpstr>
      <vt:lpstr>Wingdings</vt:lpstr>
      <vt:lpstr>WU 16:10</vt:lpstr>
      <vt:lpstr>Tree Detection</vt:lpstr>
      <vt:lpstr>Agenda</vt:lpstr>
      <vt:lpstr>Introduction</vt:lpstr>
      <vt:lpstr>Introduction - Problem</vt:lpstr>
      <vt:lpstr>Introduction - Context</vt:lpstr>
      <vt:lpstr>Introduction – Our solution</vt:lpstr>
      <vt:lpstr>Introduction – Scope and Limitation</vt:lpstr>
      <vt:lpstr>Data</vt:lpstr>
      <vt:lpstr>Data</vt:lpstr>
      <vt:lpstr>EDA</vt:lpstr>
      <vt:lpstr>EDA</vt:lpstr>
      <vt:lpstr>ML Pipeline</vt:lpstr>
      <vt:lpstr>Pipeline, Implementation</vt:lpstr>
      <vt:lpstr>Problems</vt:lpstr>
      <vt:lpstr>Discussion</vt:lpstr>
    </vt:vector>
  </TitlesOfParts>
  <Company>Vienna University of Economics and Business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Präsentationsvorlage</dc:title>
  <dc:creator>Matejka, Gabriel</dc:creator>
  <cp:lastModifiedBy>Oberhumer, Dominik</cp:lastModifiedBy>
  <cp:revision>4</cp:revision>
  <dcterms:created xsi:type="dcterms:W3CDTF">2024-03-18T10:24:09Z</dcterms:created>
  <dcterms:modified xsi:type="dcterms:W3CDTF">2026-04-18T11:41:12Z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