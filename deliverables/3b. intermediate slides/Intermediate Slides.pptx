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0"/>
  </p:notesMasterIdLst>
  <p:handoutMasterIdLst>
    <p:handoutMasterId r:id="rId11"/>
  </p:handoutMasterIdLst>
  <p:sldIdLst>
    <p:sldId id="278" r:id="rId5"/>
    <p:sldId id="279" r:id="rId6"/>
    <p:sldId id="280" r:id="rId7"/>
    <p:sldId id="281" r:id="rId8"/>
    <p:sldId id="282" r:id="rId9"/>
  </p:sldIdLst>
  <p:sldSz cx="9144000" cy="5715000" type="screen16x10"/>
  <p:notesSz cx="6858000" cy="9144000"/>
  <p:custDataLst>
    <p:tags r:id="rId12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5465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1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11A37"/>
    <a:srgbClr val="1A1448"/>
    <a:srgbClr val="404040"/>
    <a:srgbClr val="E7EFF7"/>
    <a:srgbClr val="CBDDEF"/>
    <a:srgbClr val="0096D3"/>
    <a:srgbClr val="0C94B7"/>
    <a:srgbClr val="41B4CE"/>
    <a:srgbClr val="73BA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376" autoAdjust="0"/>
    <p:restoredTop sz="91570" autoAdjust="0"/>
  </p:normalViewPr>
  <p:slideViewPr>
    <p:cSldViewPr snapToGrid="0" showGuides="1">
      <p:cViewPr varScale="1">
        <p:scale>
          <a:sx n="122" d="100"/>
          <a:sy n="122" d="100"/>
        </p:scale>
        <p:origin x="168" y="296"/>
      </p:cViewPr>
      <p:guideLst>
        <p:guide orient="horz" pos="1800"/>
        <p:guide pos="5465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gs" Target="tags/tag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de-AT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09.04.2026</a:t>
            </a:fld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de-AT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de-AT" smtClean="0"/>
              <a:pPr/>
              <a:t>09.04.2026</a:t>
            </a:fld>
            <a:endParaRPr lang="de-AT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de-AT" smtClean="0"/>
              <a:pPr/>
              <a:t>‹#›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9565955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pic>
        <p:nvPicPr>
          <p:cNvPr id="16" name="Grafik 15">
            <a:extLst>
              <a:ext uri="{FF2B5EF4-FFF2-40B4-BE49-F238E27FC236}">
                <a16:creationId xmlns:a16="http://schemas.microsoft.com/office/drawing/2014/main" id="{BCE2647B-5073-4CAC-9C5E-8009FCC053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77A3717-F920-47F5-9A6A-43B4555D244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6A3FCC5-1509-445E-BE36-5F597590EDBB}"/>
              </a:ext>
            </a:extLst>
          </p:cNvPr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1731679"/>
          </a:xfrm>
        </p:grpSpPr>
        <p:sp>
          <p:nvSpPr>
            <p:cNvPr id="13" name="Rechteck 12"/>
            <p:cNvSpPr/>
            <p:nvPr userDrawn="1"/>
          </p:nvSpPr>
          <p:spPr>
            <a:xfrm>
              <a:off x="6192000" y="603319"/>
              <a:ext cx="2648188" cy="17316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1731679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8" y="1296154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 userDrawn="1">
            <p:ph type="body" sz="quarter" idx="11"/>
          </p:nvPr>
        </p:nvSpPr>
        <p:spPr bwMode="white">
          <a:xfrm>
            <a:off x="287338" y="2642906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 userDrawn="1"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D5C1542-29B8-4AE1-B0C9-CD406CE5EF8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234A93-CFFB-4237-9659-D02118469D8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AT" dirty="0"/>
              <a:t>Textmasterformat durch Klicken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E4B0F6-B814-432F-A5EF-779CD4E3E58E}" type="datetime1">
              <a:rPr lang="de-AT" smtClean="0"/>
              <a:t>09.04.2026</a:t>
            </a:fld>
            <a:endParaRPr lang="de-AT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B662EC1-7F7E-4F35-9E96-6A12310053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CB48493-A0F2-468C-986D-2A150B5DEF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41369"/>
            <a:ext cx="1831485" cy="29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413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68921D79-517C-4187-882B-8B1EFDBF5E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03EC835-F8EC-46FF-A7D8-2C72534AF7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41369"/>
            <a:ext cx="1831485" cy="29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F116690-1CA5-4CDF-B922-0BB3C7E060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2C9326-2A46-4857-9E76-0DB2F283D62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3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A475DBF-FF8A-499C-9A9D-A1690ED3361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D71C56E8-CA3B-4481-B593-3FAEA5B8938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3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7" name="Rechteck 16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8" name="Rechteck 17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56068296-11E8-4929-AA24-078FC628B7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6EC7758-8011-47AD-A756-F263091D5BB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B897B33-8355-44AC-8129-26BF5973F3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E00495DC-0F57-4304-BBFD-BB5FA5288F7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EF16FBD4-A1A0-4C0D-8ECA-591A550A295A}" type="datetime1">
              <a:rPr lang="de-AT" smtClean="0"/>
              <a:t>09.04.2026</a:t>
            </a:fld>
            <a:endParaRPr lang="de-AT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81D7EAB-0BA7-4E01-91B2-EC9EF18DB6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E0998BC-97DF-4E25-87DA-15ED5E16C46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F16FBD4-A1A0-4C0D-8ECA-591A550A295A}" type="datetime1">
              <a:rPr lang="de-AT" smtClean="0"/>
              <a:t>09.04.2026</a:t>
            </a:fld>
            <a:endParaRPr lang="de-A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8CE3C7E9-F05D-4DB6-844F-097DC39A0A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DCF4C52-7450-4216-AD35-23E4508F83A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de-AT" dirty="0"/>
              <a:t>Platzhalter für Objekte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3B1CA4E-C398-49A1-9CD7-D9ACEA72DB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0548-BB61-4975-B080-1B6E0D52ECC3}" type="datetime1">
              <a:rPr lang="de-AT" smtClean="0"/>
              <a:t>09.04.2026</a:t>
            </a:fld>
            <a:endParaRPr lang="de-AT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de-AT" dirty="0"/>
              <a:t>Text hier einfügen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208B580-4914-472C-873D-0ABC3D2F1944}" type="datetime1">
              <a:rPr lang="de-AT" smtClean="0"/>
              <a:t>09.04.2026</a:t>
            </a:fld>
            <a:endParaRPr lang="de-AT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de-AT" dirty="0"/>
              <a:t>Text hier einfügen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de-AT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de-AT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 Adressdaten eingeben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60B22D8-19A8-4750-AD83-286C35A4BCEC}" type="datetime1">
              <a:rPr lang="de-AT" smtClean="0"/>
              <a:t>09.04.2026</a:t>
            </a:fld>
            <a:endParaRPr lang="de-AT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E3A7D816-8143-4089-A674-7FBE2F1D70EC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de-AT" dirty="0"/>
              <a:t>Textmasterformate durch Klicken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 dirty="0"/>
              <a:t>Fusszeile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F16FBD4-A1A0-4C0D-8ECA-591A550A295A}" type="datetime1">
              <a:rPr lang="de-AT" smtClean="0"/>
              <a:pPr/>
              <a:t>09.04.2026</a:t>
            </a:fld>
            <a:endParaRPr lang="de-AT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de-AT" dirty="0"/>
              <a:t>Titelmasterformat durch </a:t>
            </a:r>
            <a:br>
              <a:rPr lang="de-AT" dirty="0"/>
            </a:br>
            <a:r>
              <a:rPr lang="de-AT" dirty="0"/>
              <a:t>Klicken bearbeiten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229F41FE-2827-48CB-9F30-E0C597752410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>
          <a:xfrm>
            <a:off x="605405" y="1301365"/>
            <a:ext cx="5487111" cy="1026000"/>
          </a:xfrm>
        </p:spPr>
        <p:txBody>
          <a:bodyPr/>
          <a:lstStyle/>
          <a:p>
            <a:r>
              <a:rPr lang="en-AT" dirty="0"/>
              <a:t>Tree Detection</a:t>
            </a:r>
            <a:endParaRPr lang="de-AT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infrared.city-1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1"/>
          </p:nvPr>
        </p:nvSpPr>
        <p:spPr>
          <a:xfrm>
            <a:off x="287338" y="2695204"/>
            <a:ext cx="3392933" cy="956773"/>
          </a:xfrm>
        </p:spPr>
        <p:txBody>
          <a:bodyPr tIns="108000" bIns="108000"/>
          <a:lstStyle/>
          <a:p>
            <a:r>
              <a:rPr lang="pt-BR" dirty="0"/>
              <a:t>Moritz H</a:t>
            </a:r>
            <a:r>
              <a:rPr lang="en-AT" dirty="0"/>
              <a:t>ö</a:t>
            </a:r>
            <a:r>
              <a:rPr lang="pt-BR" dirty="0"/>
              <a:t>rmansdorfer</a:t>
            </a:r>
            <a:br>
              <a:rPr lang="en-AT" dirty="0"/>
            </a:br>
            <a:r>
              <a:rPr lang="pt-BR" dirty="0"/>
              <a:t>Sara Klasov</a:t>
            </a:r>
            <a:r>
              <a:rPr lang="en-AT" dirty="0"/>
              <a:t>á</a:t>
            </a:r>
            <a:r>
              <a:rPr lang="pt-BR" dirty="0"/>
              <a:t> </a:t>
            </a:r>
            <a:br>
              <a:rPr lang="en-AT" dirty="0"/>
            </a:br>
            <a:r>
              <a:rPr lang="pt-BR" dirty="0"/>
              <a:t>Dominik Oberhumer </a:t>
            </a:r>
            <a:br>
              <a:rPr lang="en-AT" dirty="0"/>
            </a:br>
            <a:r>
              <a:rPr lang="pt-BR" dirty="0"/>
              <a:t>Nina Salnikow</a:t>
            </a:r>
            <a:endParaRPr lang="de-AT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AT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198723101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694357-503C-B614-1EED-799201F2002E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BulletedText"/>
                  </p202:designTagLst>
                </p202:designPr>
              </p:ext>
            </p:extLst>
          </p:nvPr>
        </p:nvSpPr>
        <p:spPr>
          <a:xfrm>
            <a:off x="462019" y="1344613"/>
            <a:ext cx="7759644" cy="3853905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de-AT"/>
              <a:t>Thema für die Präsentation hinzufügen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AT"/>
              <a:t>Thema für die Präsentation hinzufügen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AT"/>
              <a:t>Thema für die Präsentation hinzufügen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AT"/>
              <a:t>Thema für die Präsentation hinzufügen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AT"/>
              <a:t>Thema für die Präsentation hinzufügen</a:t>
            </a:r>
          </a:p>
        </p:txBody>
      </p: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50EAF885-E129-F31F-40B4-5D5434377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4F789658-D253-D456-807A-8FA25B857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2</a:t>
            </a:fld>
            <a:endParaRPr lang="de-A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8C4412-78CF-CAC3-B202-CF9A939C8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de-AT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9821201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66D96B-7F11-DEDE-8549-8B93DFDDB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5317A6-8F44-FEF4-5A8A-CEBBF99BD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F5F5-7299-FF75-DEFE-16913BEC7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3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F9EB10-CE87-797F-8568-E2D1C7AF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Introduction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096249294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2C18C2-F185-C621-7435-72C1CFBDD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B64D95-FAF4-69ED-418D-4071B194B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2AAA4-35A8-7150-EB96-79DC412AE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4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04B5E96-66C7-B557-D215-2616AAD0E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Project Outline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17698833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2E7214-4F08-BCA5-CB79-65FC9D811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7ACA64-64AD-8BF0-B716-0DC5C881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74743-AD10-D86E-4282-53F1AD842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5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E097C4-4CD3-17AD-A19F-A83E6249D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Data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16109343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German Austria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Musterpräsentation 16x10.potx" id="{89FEFAF3-4721-453B-9DDB-5601F7C9FC5D}" vid="{640991EF-C554-4C4C-9E8E-1E5B46439C74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2" ma:contentTypeDescription="Ein neues Dokument erstellen." ma:contentTypeScope="" ma:versionID="b5ccb5bb211b6ddcc624790d84f2bb9f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046596c9011a87760a505164f9d920d3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Musterpräsentation im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  <SharedWithUsers xmlns="08b0a3ee-3d2a-451c-9a1a-7e5d5b0c9c77">
      <UserInfo>
        <DisplayName>Hernandez Perez, Laura</DisplayName>
        <AccountId>6100</AccountId>
        <AccountType/>
      </UserInfo>
      <UserInfo>
        <DisplayName>Hermann, Anett</DisplayName>
        <AccountId>2869</AccountId>
        <AccountType/>
      </UserInfo>
    </SharedWithUsers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69B4889-3CCA-46C6-8FD4-B0AB941A4B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8DFAF-C9AD-4CE5-A221-45D64FB05328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3.xml><?xml version="1.0" encoding="utf-8"?>
<ds:datastoreItem xmlns:ds="http://schemas.openxmlformats.org/officeDocument/2006/customXml" ds:itemID="{9346B3ED-06B1-4DE8-9648-0F78B5B453B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Musterpräsentation 16x10</Template>
  <TotalTime>0</TotalTime>
  <Words>63</Words>
  <Application>Microsoft Office PowerPoint</Application>
  <PresentationFormat>On-screen Show (16:10)</PresentationFormat>
  <Paragraphs>22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Georgia</vt:lpstr>
      <vt:lpstr>Verdana</vt:lpstr>
      <vt:lpstr>Wingdings</vt:lpstr>
      <vt:lpstr>WU 16:10</vt:lpstr>
      <vt:lpstr>Tree Detection</vt:lpstr>
      <vt:lpstr>Agenda</vt:lpstr>
      <vt:lpstr>Introduction</vt:lpstr>
      <vt:lpstr>Project Outline</vt:lpstr>
      <vt:lpstr>Data</vt:lpstr>
    </vt:vector>
  </TitlesOfParts>
  <Company>Vienna University of Economics and Business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Präsentationsvorlage</dc:title>
  <dc:creator>Matejka, Gabriel</dc:creator>
  <cp:lastModifiedBy>Oberhumer, Dominik</cp:lastModifiedBy>
  <cp:revision>2</cp:revision>
  <dcterms:created xsi:type="dcterms:W3CDTF">2024-03-18T10:24:09Z</dcterms:created>
  <dcterms:modified xsi:type="dcterms:W3CDTF">2026-04-09T18:34:08Z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