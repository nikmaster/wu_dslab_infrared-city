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9"/>
  </p:notesMasterIdLst>
  <p:handoutMasterIdLst>
    <p:handoutMasterId r:id="rId20"/>
  </p:handoutMasterIdLst>
  <p:sldIdLst>
    <p:sldId id="278" r:id="rId5"/>
    <p:sldId id="279" r:id="rId6"/>
    <p:sldId id="289" r:id="rId7"/>
    <p:sldId id="280" r:id="rId8"/>
    <p:sldId id="283" r:id="rId9"/>
    <p:sldId id="284" r:id="rId10"/>
    <p:sldId id="290" r:id="rId11"/>
    <p:sldId id="282" r:id="rId12"/>
    <p:sldId id="291" r:id="rId13"/>
    <p:sldId id="285" r:id="rId14"/>
    <p:sldId id="292" r:id="rId15"/>
    <p:sldId id="286" r:id="rId16"/>
    <p:sldId id="287" r:id="rId17"/>
    <p:sldId id="288" r:id="rId18"/>
  </p:sldIdLst>
  <p:sldSz cx="9144000" cy="5715000" type="screen16x10"/>
  <p:notesSz cx="6858000" cy="9144000"/>
  <p:custDataLst>
    <p:tags r:id="rId2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5465">
          <p15:clr>
            <a:srgbClr val="A4A3A4"/>
          </p15:clr>
        </p15:guide>
        <p15:guide id="3" pos="4241">
          <p15:clr>
            <a:srgbClr val="A4A3A4"/>
          </p15:clr>
        </p15:guide>
        <p15:guide id="4" pos="4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9" name="Autor" initials="A" lastIdx="1" clrIdx="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11A37"/>
    <a:srgbClr val="1A1448"/>
    <a:srgbClr val="404040"/>
    <a:srgbClr val="E7EFF7"/>
    <a:srgbClr val="CBDDEF"/>
    <a:srgbClr val="0096D3"/>
    <a:srgbClr val="0C94B7"/>
    <a:srgbClr val="41B4CE"/>
    <a:srgbClr val="73BA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76" autoAdjust="0"/>
    <p:restoredTop sz="73008" autoAdjust="0"/>
  </p:normalViewPr>
  <p:slideViewPr>
    <p:cSldViewPr snapToGrid="0" showGuides="1">
      <p:cViewPr varScale="1">
        <p:scale>
          <a:sx n="131" d="100"/>
          <a:sy n="131" d="100"/>
        </p:scale>
        <p:origin x="2556" y="304"/>
      </p:cViewPr>
      <p:guideLst>
        <p:guide orient="horz" pos="1800"/>
        <p:guide pos="5465"/>
        <p:guide pos="4241"/>
        <p:guide pos="4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4" d="100"/>
          <a:sy n="94" d="100"/>
        </p:scale>
        <p:origin x="2748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CA56D4-C300-4833-AFAB-D0215ADD99CA}" type="doc">
      <dgm:prSet loTypeId="urn:microsoft.com/office/officeart/2016/7/layout/ChevronBlockProcess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de-AT"/>
        </a:p>
      </dgm:t>
    </dgm:pt>
    <dgm:pt modelId="{1F60A019-B797-4391-976B-E0843452B598}">
      <dgm:prSet phldrT="[Text]"/>
      <dgm:spPr/>
      <dgm:t>
        <a:bodyPr/>
        <a:lstStyle/>
        <a:p>
          <a:r>
            <a:rPr lang="en-AT" dirty="0"/>
            <a:t>Input</a:t>
          </a:r>
          <a:endParaRPr lang="de-AT" dirty="0"/>
        </a:p>
      </dgm:t>
    </dgm:pt>
    <dgm:pt modelId="{5C4F573B-406E-4D33-9E63-AA971ED3A878}" type="parTrans" cxnId="{9F0BEF87-F90A-49B0-BA41-88D5088D40D6}">
      <dgm:prSet/>
      <dgm:spPr/>
      <dgm:t>
        <a:bodyPr/>
        <a:lstStyle/>
        <a:p>
          <a:endParaRPr lang="de-AT"/>
        </a:p>
      </dgm:t>
    </dgm:pt>
    <dgm:pt modelId="{8494E388-FF08-4522-B1AF-84C2FAF2C49F}" type="sibTrans" cxnId="{9F0BEF87-F90A-49B0-BA41-88D5088D40D6}">
      <dgm:prSet/>
      <dgm:spPr/>
      <dgm:t>
        <a:bodyPr/>
        <a:lstStyle/>
        <a:p>
          <a:endParaRPr lang="de-AT"/>
        </a:p>
      </dgm:t>
    </dgm:pt>
    <dgm:pt modelId="{0CD2BD8A-A26E-4D1C-B5E1-234A36081911}">
      <dgm:prSet/>
      <dgm:spPr/>
      <dgm:t>
        <a:bodyPr/>
        <a:lstStyle/>
        <a:p>
          <a:r>
            <a:rPr lang="en-AT" dirty="0"/>
            <a:t>Satellite Images</a:t>
          </a:r>
        </a:p>
      </dgm:t>
    </dgm:pt>
    <dgm:pt modelId="{F4A2E9B3-D55F-4353-863A-FBE440DC9DC8}" type="parTrans" cxnId="{45EFE236-BF2F-4E6B-A45F-70F44449E4BF}">
      <dgm:prSet/>
      <dgm:spPr/>
      <dgm:t>
        <a:bodyPr/>
        <a:lstStyle/>
        <a:p>
          <a:endParaRPr lang="de-AT"/>
        </a:p>
      </dgm:t>
    </dgm:pt>
    <dgm:pt modelId="{50C9DE14-B4AA-4DDC-9ED9-BE88316711E7}" type="sibTrans" cxnId="{45EFE236-BF2F-4E6B-A45F-70F44449E4BF}">
      <dgm:prSet/>
      <dgm:spPr/>
      <dgm:t>
        <a:bodyPr/>
        <a:lstStyle/>
        <a:p>
          <a:endParaRPr lang="de-AT"/>
        </a:p>
      </dgm:t>
    </dgm:pt>
    <dgm:pt modelId="{69A47DB4-09FB-43A1-B3C3-1A9106F90793}">
      <dgm:prSet/>
      <dgm:spPr/>
      <dgm:t>
        <a:bodyPr/>
        <a:lstStyle/>
        <a:p>
          <a:r>
            <a:rPr lang="en-AT" dirty="0"/>
            <a:t>Open Street Map Land Use Layer</a:t>
          </a:r>
        </a:p>
      </dgm:t>
    </dgm:pt>
    <dgm:pt modelId="{254D9416-1C09-48ED-AAD3-6B7AFE889903}" type="parTrans" cxnId="{1E4132FD-ABDB-461A-BB93-EAF142660AEC}">
      <dgm:prSet/>
      <dgm:spPr/>
      <dgm:t>
        <a:bodyPr/>
        <a:lstStyle/>
        <a:p>
          <a:endParaRPr lang="de-AT"/>
        </a:p>
      </dgm:t>
    </dgm:pt>
    <dgm:pt modelId="{0234CE47-38BE-4B87-9A04-E11ACF4CB64A}" type="sibTrans" cxnId="{1E4132FD-ABDB-461A-BB93-EAF142660AEC}">
      <dgm:prSet/>
      <dgm:spPr/>
      <dgm:t>
        <a:bodyPr/>
        <a:lstStyle/>
        <a:p>
          <a:endParaRPr lang="de-AT"/>
        </a:p>
      </dgm:t>
    </dgm:pt>
    <dgm:pt modelId="{6840CA70-1C38-42F8-BA0D-EEA1D81F6D71}">
      <dgm:prSet/>
      <dgm:spPr/>
      <dgm:t>
        <a:bodyPr/>
        <a:lstStyle/>
        <a:p>
          <a:r>
            <a:rPr lang="de-AT" dirty="0"/>
            <a:t>T</a:t>
          </a:r>
          <a:r>
            <a:rPr lang="en-AT" dirty="0" err="1"/>
            <a:t>ree</a:t>
          </a:r>
          <a:r>
            <a:rPr lang="en-AT" dirty="0"/>
            <a:t> register (“</a:t>
          </a:r>
          <a:r>
            <a:rPr lang="en-AT" dirty="0" err="1"/>
            <a:t>Baumkataster</a:t>
          </a:r>
          <a:r>
            <a:rPr lang="en-AT" dirty="0"/>
            <a:t>”)</a:t>
          </a:r>
        </a:p>
      </dgm:t>
    </dgm:pt>
    <dgm:pt modelId="{D77E7138-3896-4E8C-9F2B-2FC8F0027329}" type="parTrans" cxnId="{41B9A2D7-9795-45D9-AFDE-8C6D19D454E6}">
      <dgm:prSet/>
      <dgm:spPr/>
      <dgm:t>
        <a:bodyPr/>
        <a:lstStyle/>
        <a:p>
          <a:endParaRPr lang="de-AT"/>
        </a:p>
      </dgm:t>
    </dgm:pt>
    <dgm:pt modelId="{2E66EC53-A04F-4239-9D65-6787483CFCC2}" type="sibTrans" cxnId="{41B9A2D7-9795-45D9-AFDE-8C6D19D454E6}">
      <dgm:prSet/>
      <dgm:spPr/>
      <dgm:t>
        <a:bodyPr/>
        <a:lstStyle/>
        <a:p>
          <a:endParaRPr lang="de-AT"/>
        </a:p>
      </dgm:t>
    </dgm:pt>
    <dgm:pt modelId="{7BDA1F35-C63A-477E-8A2B-DA8A3A59F611}">
      <dgm:prSet/>
      <dgm:spPr/>
      <dgm:t>
        <a:bodyPr/>
        <a:lstStyle/>
        <a:p>
          <a:r>
            <a:rPr lang="en-AT" dirty="0"/>
            <a:t>Consider </a:t>
          </a:r>
        </a:p>
      </dgm:t>
    </dgm:pt>
    <dgm:pt modelId="{61FA9310-079D-46B9-8307-8C7F6DAC9283}" type="parTrans" cxnId="{91A4257A-9985-4572-97BB-0D9C8A217B12}">
      <dgm:prSet/>
      <dgm:spPr/>
      <dgm:t>
        <a:bodyPr/>
        <a:lstStyle/>
        <a:p>
          <a:endParaRPr lang="de-AT"/>
        </a:p>
      </dgm:t>
    </dgm:pt>
    <dgm:pt modelId="{5DB42164-53F6-4E5B-BD78-8E6EA670F982}" type="sibTrans" cxnId="{91A4257A-9985-4572-97BB-0D9C8A217B12}">
      <dgm:prSet/>
      <dgm:spPr/>
      <dgm:t>
        <a:bodyPr/>
        <a:lstStyle/>
        <a:p>
          <a:endParaRPr lang="de-AT"/>
        </a:p>
      </dgm:t>
    </dgm:pt>
    <dgm:pt modelId="{62098A33-0493-440F-94FB-1183BAFF7F9A}">
      <dgm:prSet/>
      <dgm:spPr/>
      <dgm:t>
        <a:bodyPr/>
        <a:lstStyle/>
        <a:p>
          <a:r>
            <a:rPr lang="en-AT" dirty="0"/>
            <a:t>Seasons (multiple)</a:t>
          </a:r>
        </a:p>
      </dgm:t>
    </dgm:pt>
    <dgm:pt modelId="{D5DC8C38-C0F8-4820-9150-D35DA57B789D}" type="parTrans" cxnId="{30EC9882-2DDD-45D7-87F1-E3DE1E250ABF}">
      <dgm:prSet/>
      <dgm:spPr/>
      <dgm:t>
        <a:bodyPr/>
        <a:lstStyle/>
        <a:p>
          <a:endParaRPr lang="de-AT"/>
        </a:p>
      </dgm:t>
    </dgm:pt>
    <dgm:pt modelId="{9F6F0AA7-3E12-4474-BEB0-364EDF2E1695}" type="sibTrans" cxnId="{30EC9882-2DDD-45D7-87F1-E3DE1E250ABF}">
      <dgm:prSet/>
      <dgm:spPr/>
      <dgm:t>
        <a:bodyPr/>
        <a:lstStyle/>
        <a:p>
          <a:endParaRPr lang="de-AT"/>
        </a:p>
      </dgm:t>
    </dgm:pt>
    <dgm:pt modelId="{CF141A7F-B2F6-4C92-8B45-DAD736945877}">
      <dgm:prSet/>
      <dgm:spPr/>
      <dgm:t>
        <a:bodyPr/>
        <a:lstStyle/>
        <a:p>
          <a:r>
            <a:rPr lang="en-AT" dirty="0"/>
            <a:t>Climate Zone (restricted -&gt; middle </a:t>
          </a:r>
          <a:r>
            <a:rPr lang="en-AT" dirty="0" err="1"/>
            <a:t>european</a:t>
          </a:r>
          <a:r>
            <a:rPr lang="en-AT" dirty="0"/>
            <a:t>)</a:t>
          </a:r>
        </a:p>
      </dgm:t>
    </dgm:pt>
    <dgm:pt modelId="{857B0034-8E7A-47AE-9174-66B73F88A073}" type="parTrans" cxnId="{20CD648B-B160-4E7F-A120-AEE39EAE0C74}">
      <dgm:prSet/>
      <dgm:spPr/>
      <dgm:t>
        <a:bodyPr/>
        <a:lstStyle/>
        <a:p>
          <a:endParaRPr lang="de-AT"/>
        </a:p>
      </dgm:t>
    </dgm:pt>
    <dgm:pt modelId="{013E8559-01ED-415E-B66F-853FEAEF4972}" type="sibTrans" cxnId="{20CD648B-B160-4E7F-A120-AEE39EAE0C74}">
      <dgm:prSet/>
      <dgm:spPr/>
      <dgm:t>
        <a:bodyPr/>
        <a:lstStyle/>
        <a:p>
          <a:endParaRPr lang="de-AT"/>
        </a:p>
      </dgm:t>
    </dgm:pt>
    <dgm:pt modelId="{C47D7EE8-5E64-4371-B96B-2EC84031CBC0}">
      <dgm:prSet/>
      <dgm:spPr/>
      <dgm:t>
        <a:bodyPr/>
        <a:lstStyle/>
        <a:p>
          <a:r>
            <a:rPr lang="en-AT"/>
            <a:t>Output </a:t>
          </a:r>
          <a:endParaRPr lang="en-AT" dirty="0"/>
        </a:p>
      </dgm:t>
    </dgm:pt>
    <dgm:pt modelId="{95BD2147-3D46-40CE-91DF-2BB5820836BA}" type="parTrans" cxnId="{33149EB3-1ED5-4A15-9891-8D88C96A3A1B}">
      <dgm:prSet/>
      <dgm:spPr/>
      <dgm:t>
        <a:bodyPr/>
        <a:lstStyle/>
        <a:p>
          <a:endParaRPr lang="de-AT"/>
        </a:p>
      </dgm:t>
    </dgm:pt>
    <dgm:pt modelId="{CB56EC17-7BE8-425D-A0D1-8EFC317B720C}" type="sibTrans" cxnId="{33149EB3-1ED5-4A15-9891-8D88C96A3A1B}">
      <dgm:prSet/>
      <dgm:spPr/>
      <dgm:t>
        <a:bodyPr/>
        <a:lstStyle/>
        <a:p>
          <a:endParaRPr lang="de-AT"/>
        </a:p>
      </dgm:t>
    </dgm:pt>
    <dgm:pt modelId="{DD11C167-7802-48D4-83A9-18C0EF27FC2B}">
      <dgm:prSet/>
      <dgm:spPr/>
      <dgm:t>
        <a:bodyPr/>
        <a:lstStyle/>
        <a:p>
          <a:r>
            <a:rPr lang="en-AT"/>
            <a:t>Predicted Tree Locations</a:t>
          </a:r>
          <a:endParaRPr lang="de-AT" dirty="0"/>
        </a:p>
      </dgm:t>
    </dgm:pt>
    <dgm:pt modelId="{324BF15C-40A1-4EB5-BBE2-C9182A295D49}" type="parTrans" cxnId="{5422B8D1-9BCD-44EF-AD1C-78A59D0D8D4F}">
      <dgm:prSet/>
      <dgm:spPr/>
      <dgm:t>
        <a:bodyPr/>
        <a:lstStyle/>
        <a:p>
          <a:endParaRPr lang="de-AT"/>
        </a:p>
      </dgm:t>
    </dgm:pt>
    <dgm:pt modelId="{0F90546B-67AD-4AF8-9C2A-E862D6BAA902}" type="sibTrans" cxnId="{5422B8D1-9BCD-44EF-AD1C-78A59D0D8D4F}">
      <dgm:prSet/>
      <dgm:spPr/>
      <dgm:t>
        <a:bodyPr/>
        <a:lstStyle/>
        <a:p>
          <a:endParaRPr lang="de-AT"/>
        </a:p>
      </dgm:t>
    </dgm:pt>
    <dgm:pt modelId="{0D4DE367-7729-49F0-8949-86B9A7447876}">
      <dgm:prSet/>
      <dgm:spPr/>
      <dgm:t>
        <a:bodyPr/>
        <a:lstStyle/>
        <a:p>
          <a:endParaRPr lang="en-AT" dirty="0"/>
        </a:p>
      </dgm:t>
    </dgm:pt>
    <dgm:pt modelId="{E281FCE4-2F63-43C7-ADE8-C589BDD0AE1A}" type="parTrans" cxnId="{58DCA3E6-F59F-4FFA-B0BF-8124D2E76D09}">
      <dgm:prSet/>
      <dgm:spPr/>
      <dgm:t>
        <a:bodyPr/>
        <a:lstStyle/>
        <a:p>
          <a:endParaRPr lang="de-AT"/>
        </a:p>
      </dgm:t>
    </dgm:pt>
    <dgm:pt modelId="{63BDA96C-6243-4DB7-BB3B-22A2EA4749EE}" type="sibTrans" cxnId="{58DCA3E6-F59F-4FFA-B0BF-8124D2E76D09}">
      <dgm:prSet/>
      <dgm:spPr/>
      <dgm:t>
        <a:bodyPr/>
        <a:lstStyle/>
        <a:p>
          <a:endParaRPr lang="de-AT"/>
        </a:p>
      </dgm:t>
    </dgm:pt>
    <dgm:pt modelId="{84E736F8-CDA4-497D-8EFE-4996A62ACECA}">
      <dgm:prSet/>
      <dgm:spPr/>
      <dgm:t>
        <a:bodyPr/>
        <a:lstStyle/>
        <a:p>
          <a:endParaRPr lang="en-AT" dirty="0"/>
        </a:p>
      </dgm:t>
    </dgm:pt>
    <dgm:pt modelId="{5BA0EBC1-8022-43B6-A8AE-7FF041F7E44D}" type="parTrans" cxnId="{7884AAA9-8147-4AB8-AA64-4FF8D7A9CD1F}">
      <dgm:prSet/>
      <dgm:spPr/>
      <dgm:t>
        <a:bodyPr/>
        <a:lstStyle/>
        <a:p>
          <a:endParaRPr lang="de-AT"/>
        </a:p>
      </dgm:t>
    </dgm:pt>
    <dgm:pt modelId="{E10401E3-8ECD-4638-B4B2-16E53C277134}" type="sibTrans" cxnId="{7884AAA9-8147-4AB8-AA64-4FF8D7A9CD1F}">
      <dgm:prSet/>
      <dgm:spPr/>
      <dgm:t>
        <a:bodyPr/>
        <a:lstStyle/>
        <a:p>
          <a:endParaRPr lang="de-AT"/>
        </a:p>
      </dgm:t>
    </dgm:pt>
    <dgm:pt modelId="{AB20D057-EDFF-464C-96B9-447072025B2B}">
      <dgm:prSet/>
      <dgm:spPr/>
      <dgm:t>
        <a:bodyPr/>
        <a:lstStyle/>
        <a:p>
          <a:endParaRPr lang="en-AT" dirty="0"/>
        </a:p>
      </dgm:t>
    </dgm:pt>
    <dgm:pt modelId="{EE398D41-ECEB-4438-832C-14D2EDEFEC73}" type="parTrans" cxnId="{5A188A90-4461-4A63-B281-B63AA61F820D}">
      <dgm:prSet/>
      <dgm:spPr/>
      <dgm:t>
        <a:bodyPr/>
        <a:lstStyle/>
        <a:p>
          <a:endParaRPr lang="de-AT"/>
        </a:p>
      </dgm:t>
    </dgm:pt>
    <dgm:pt modelId="{44269A9B-A7CD-423A-8F61-772F21F7334D}" type="sibTrans" cxnId="{5A188A90-4461-4A63-B281-B63AA61F820D}">
      <dgm:prSet/>
      <dgm:spPr/>
      <dgm:t>
        <a:bodyPr/>
        <a:lstStyle/>
        <a:p>
          <a:endParaRPr lang="de-AT"/>
        </a:p>
      </dgm:t>
    </dgm:pt>
    <dgm:pt modelId="{72636061-D84D-4D0B-91B0-A2326C79A81D}" type="pres">
      <dgm:prSet presAssocID="{CDCA56D4-C300-4833-AFAB-D0215ADD99CA}" presName="Name0" presStyleCnt="0">
        <dgm:presLayoutVars>
          <dgm:dir/>
          <dgm:animLvl val="lvl"/>
          <dgm:resizeHandles val="exact"/>
        </dgm:presLayoutVars>
      </dgm:prSet>
      <dgm:spPr/>
    </dgm:pt>
    <dgm:pt modelId="{29DAEF74-02BD-43DF-8A24-2146908FF6F8}" type="pres">
      <dgm:prSet presAssocID="{1F60A019-B797-4391-976B-E0843452B598}" presName="composite" presStyleCnt="0"/>
      <dgm:spPr/>
    </dgm:pt>
    <dgm:pt modelId="{7950B7CA-0670-49C5-BA28-CE31D6D40205}" type="pres">
      <dgm:prSet presAssocID="{1F60A019-B797-4391-976B-E0843452B598}" presName="parTx" presStyleLbl="alignNode1" presStyleIdx="0" presStyleCnt="3">
        <dgm:presLayoutVars>
          <dgm:chMax val="0"/>
          <dgm:chPref val="0"/>
        </dgm:presLayoutVars>
      </dgm:prSet>
      <dgm:spPr/>
    </dgm:pt>
    <dgm:pt modelId="{E36CD81A-A67D-481E-B6D3-DD571AF376A5}" type="pres">
      <dgm:prSet presAssocID="{1F60A019-B797-4391-976B-E0843452B598}" presName="desTx" presStyleLbl="alignAccFollowNode1" presStyleIdx="0" presStyleCnt="3">
        <dgm:presLayoutVars/>
      </dgm:prSet>
      <dgm:spPr/>
    </dgm:pt>
    <dgm:pt modelId="{A732507C-B241-4F08-89FD-F30E967C413B}" type="pres">
      <dgm:prSet presAssocID="{8494E388-FF08-4522-B1AF-84C2FAF2C49F}" presName="space" presStyleCnt="0"/>
      <dgm:spPr/>
    </dgm:pt>
    <dgm:pt modelId="{2B11FB3A-C891-4E93-AFBC-2DCE69695B8E}" type="pres">
      <dgm:prSet presAssocID="{7BDA1F35-C63A-477E-8A2B-DA8A3A59F611}" presName="composite" presStyleCnt="0"/>
      <dgm:spPr/>
    </dgm:pt>
    <dgm:pt modelId="{33870E2A-E5CD-4BED-8E86-627BCBBE931A}" type="pres">
      <dgm:prSet presAssocID="{7BDA1F35-C63A-477E-8A2B-DA8A3A59F611}" presName="parTx" presStyleLbl="alignNode1" presStyleIdx="1" presStyleCnt="3">
        <dgm:presLayoutVars>
          <dgm:chMax val="0"/>
          <dgm:chPref val="0"/>
        </dgm:presLayoutVars>
      </dgm:prSet>
      <dgm:spPr/>
    </dgm:pt>
    <dgm:pt modelId="{3ACE3EDB-8C21-4AFE-8E02-5739AE2F28C0}" type="pres">
      <dgm:prSet presAssocID="{7BDA1F35-C63A-477E-8A2B-DA8A3A59F611}" presName="desTx" presStyleLbl="alignAccFollowNode1" presStyleIdx="1" presStyleCnt="3">
        <dgm:presLayoutVars/>
      </dgm:prSet>
      <dgm:spPr/>
    </dgm:pt>
    <dgm:pt modelId="{CFD690EA-6FA0-408C-A46D-03054352488D}" type="pres">
      <dgm:prSet presAssocID="{5DB42164-53F6-4E5B-BD78-8E6EA670F982}" presName="space" presStyleCnt="0"/>
      <dgm:spPr/>
    </dgm:pt>
    <dgm:pt modelId="{788AB3DD-EA7F-4D15-93F3-5548FB6E0582}" type="pres">
      <dgm:prSet presAssocID="{C47D7EE8-5E64-4371-B96B-2EC84031CBC0}" presName="composite" presStyleCnt="0"/>
      <dgm:spPr/>
    </dgm:pt>
    <dgm:pt modelId="{3CB18357-C77C-4370-8D66-4D934AC9793B}" type="pres">
      <dgm:prSet presAssocID="{C47D7EE8-5E64-4371-B96B-2EC84031CBC0}" presName="parTx" presStyleLbl="alignNode1" presStyleIdx="2" presStyleCnt="3">
        <dgm:presLayoutVars>
          <dgm:chMax val="0"/>
          <dgm:chPref val="0"/>
        </dgm:presLayoutVars>
      </dgm:prSet>
      <dgm:spPr/>
    </dgm:pt>
    <dgm:pt modelId="{BE929402-A2CF-4123-AE71-3509B105F0AE}" type="pres">
      <dgm:prSet presAssocID="{C47D7EE8-5E64-4371-B96B-2EC84031CBC0}" presName="desTx" presStyleLbl="alignAccFollowNode1" presStyleIdx="2" presStyleCnt="3">
        <dgm:presLayoutVars/>
      </dgm:prSet>
      <dgm:spPr/>
    </dgm:pt>
  </dgm:ptLst>
  <dgm:cxnLst>
    <dgm:cxn modelId="{99C86015-6F62-4F39-BCD4-B3664872451F}" type="presOf" srcId="{DD11C167-7802-48D4-83A9-18C0EF27FC2B}" destId="{BE929402-A2CF-4123-AE71-3509B105F0AE}" srcOrd="0" destOrd="0" presId="urn:microsoft.com/office/officeart/2016/7/layout/ChevronBlockProcess"/>
    <dgm:cxn modelId="{E6EEBE18-01A4-48CD-8A5F-72F8176BEC3E}" type="presOf" srcId="{7BDA1F35-C63A-477E-8A2B-DA8A3A59F611}" destId="{33870E2A-E5CD-4BED-8E86-627BCBBE931A}" srcOrd="0" destOrd="0" presId="urn:microsoft.com/office/officeart/2016/7/layout/ChevronBlockProcess"/>
    <dgm:cxn modelId="{FA7EBC27-4A3F-4310-A63B-C63EEA9C9D5D}" type="presOf" srcId="{CF141A7F-B2F6-4C92-8B45-DAD736945877}" destId="{3ACE3EDB-8C21-4AFE-8E02-5739AE2F28C0}" srcOrd="0" destOrd="2" presId="urn:microsoft.com/office/officeart/2016/7/layout/ChevronBlockProcess"/>
    <dgm:cxn modelId="{EA38282C-50DD-40F2-9CD8-4A90EE5C08E5}" type="presOf" srcId="{C47D7EE8-5E64-4371-B96B-2EC84031CBC0}" destId="{3CB18357-C77C-4370-8D66-4D934AC9793B}" srcOrd="0" destOrd="0" presId="urn:microsoft.com/office/officeart/2016/7/layout/ChevronBlockProcess"/>
    <dgm:cxn modelId="{7F17AE2D-0551-4695-86D3-5FFE611CD024}" type="presOf" srcId="{AB20D057-EDFF-464C-96B9-447072025B2B}" destId="{E36CD81A-A67D-481E-B6D3-DD571AF376A5}" srcOrd="0" destOrd="3" presId="urn:microsoft.com/office/officeart/2016/7/layout/ChevronBlockProcess"/>
    <dgm:cxn modelId="{45EFE236-BF2F-4E6B-A45F-70F44449E4BF}" srcId="{1F60A019-B797-4391-976B-E0843452B598}" destId="{0CD2BD8A-A26E-4D1C-B5E1-234A36081911}" srcOrd="0" destOrd="0" parTransId="{F4A2E9B3-D55F-4353-863A-FBE440DC9DC8}" sibTransId="{50C9DE14-B4AA-4DDC-9ED9-BE88316711E7}"/>
    <dgm:cxn modelId="{491D0D45-AD6A-4B4B-B56C-CC4C035CE8E1}" type="presOf" srcId="{62098A33-0493-440F-94FB-1183BAFF7F9A}" destId="{3ACE3EDB-8C21-4AFE-8E02-5739AE2F28C0}" srcOrd="0" destOrd="0" presId="urn:microsoft.com/office/officeart/2016/7/layout/ChevronBlockProcess"/>
    <dgm:cxn modelId="{F97AB84F-4EF9-4E83-A9C1-6DA298BC1666}" type="presOf" srcId="{0CD2BD8A-A26E-4D1C-B5E1-234A36081911}" destId="{E36CD81A-A67D-481E-B6D3-DD571AF376A5}" srcOrd="0" destOrd="0" presId="urn:microsoft.com/office/officeart/2016/7/layout/ChevronBlockProcess"/>
    <dgm:cxn modelId="{91A4257A-9985-4572-97BB-0D9C8A217B12}" srcId="{CDCA56D4-C300-4833-AFAB-D0215ADD99CA}" destId="{7BDA1F35-C63A-477E-8A2B-DA8A3A59F611}" srcOrd="1" destOrd="0" parTransId="{61FA9310-079D-46B9-8307-8C7F6DAC9283}" sibTransId="{5DB42164-53F6-4E5B-BD78-8E6EA670F982}"/>
    <dgm:cxn modelId="{30EC9882-2DDD-45D7-87F1-E3DE1E250ABF}" srcId="{7BDA1F35-C63A-477E-8A2B-DA8A3A59F611}" destId="{62098A33-0493-440F-94FB-1183BAFF7F9A}" srcOrd="0" destOrd="0" parTransId="{D5DC8C38-C0F8-4820-9150-D35DA57B789D}" sibTransId="{9F6F0AA7-3E12-4474-BEB0-364EDF2E1695}"/>
    <dgm:cxn modelId="{9F0BEF87-F90A-49B0-BA41-88D5088D40D6}" srcId="{CDCA56D4-C300-4833-AFAB-D0215ADD99CA}" destId="{1F60A019-B797-4391-976B-E0843452B598}" srcOrd="0" destOrd="0" parTransId="{5C4F573B-406E-4D33-9E63-AA971ED3A878}" sibTransId="{8494E388-FF08-4522-B1AF-84C2FAF2C49F}"/>
    <dgm:cxn modelId="{20CD648B-B160-4E7F-A120-AEE39EAE0C74}" srcId="{7BDA1F35-C63A-477E-8A2B-DA8A3A59F611}" destId="{CF141A7F-B2F6-4C92-8B45-DAD736945877}" srcOrd="2" destOrd="0" parTransId="{857B0034-8E7A-47AE-9174-66B73F88A073}" sibTransId="{013E8559-01ED-415E-B66F-853FEAEF4972}"/>
    <dgm:cxn modelId="{129ABD8F-4D16-48CE-B6D4-8F89F98AEC67}" type="presOf" srcId="{0D4DE367-7729-49F0-8949-86B9A7447876}" destId="{3ACE3EDB-8C21-4AFE-8E02-5739AE2F28C0}" srcOrd="0" destOrd="1" presId="urn:microsoft.com/office/officeart/2016/7/layout/ChevronBlockProcess"/>
    <dgm:cxn modelId="{5A188A90-4461-4A63-B281-B63AA61F820D}" srcId="{1F60A019-B797-4391-976B-E0843452B598}" destId="{AB20D057-EDFF-464C-96B9-447072025B2B}" srcOrd="3" destOrd="0" parTransId="{EE398D41-ECEB-4438-832C-14D2EDEFEC73}" sibTransId="{44269A9B-A7CD-423A-8F61-772F21F7334D}"/>
    <dgm:cxn modelId="{9C255596-47DD-458C-AF84-542208AA5FD7}" type="presOf" srcId="{84E736F8-CDA4-497D-8EFE-4996A62ACECA}" destId="{E36CD81A-A67D-481E-B6D3-DD571AF376A5}" srcOrd="0" destOrd="1" presId="urn:microsoft.com/office/officeart/2016/7/layout/ChevronBlockProcess"/>
    <dgm:cxn modelId="{7FC351A2-AB6F-49A6-923F-7132943C0A98}" type="presOf" srcId="{69A47DB4-09FB-43A1-B3C3-1A9106F90793}" destId="{E36CD81A-A67D-481E-B6D3-DD571AF376A5}" srcOrd="0" destOrd="2" presId="urn:microsoft.com/office/officeart/2016/7/layout/ChevronBlockProcess"/>
    <dgm:cxn modelId="{7884AAA9-8147-4AB8-AA64-4FF8D7A9CD1F}" srcId="{1F60A019-B797-4391-976B-E0843452B598}" destId="{84E736F8-CDA4-497D-8EFE-4996A62ACECA}" srcOrd="1" destOrd="0" parTransId="{5BA0EBC1-8022-43B6-A8AE-7FF041F7E44D}" sibTransId="{E10401E3-8ECD-4638-B4B2-16E53C277134}"/>
    <dgm:cxn modelId="{33149EB3-1ED5-4A15-9891-8D88C96A3A1B}" srcId="{CDCA56D4-C300-4833-AFAB-D0215ADD99CA}" destId="{C47D7EE8-5E64-4371-B96B-2EC84031CBC0}" srcOrd="2" destOrd="0" parTransId="{95BD2147-3D46-40CE-91DF-2BB5820836BA}" sibTransId="{CB56EC17-7BE8-425D-A0D1-8EFC317B720C}"/>
    <dgm:cxn modelId="{6BC9F5C2-5E12-4A75-8D98-370511C13825}" type="presOf" srcId="{6840CA70-1C38-42F8-BA0D-EEA1D81F6D71}" destId="{E36CD81A-A67D-481E-B6D3-DD571AF376A5}" srcOrd="0" destOrd="4" presId="urn:microsoft.com/office/officeart/2016/7/layout/ChevronBlockProcess"/>
    <dgm:cxn modelId="{5422B8D1-9BCD-44EF-AD1C-78A59D0D8D4F}" srcId="{C47D7EE8-5E64-4371-B96B-2EC84031CBC0}" destId="{DD11C167-7802-48D4-83A9-18C0EF27FC2B}" srcOrd="0" destOrd="0" parTransId="{324BF15C-40A1-4EB5-BBE2-C9182A295D49}" sibTransId="{0F90546B-67AD-4AF8-9C2A-E862D6BAA902}"/>
    <dgm:cxn modelId="{41B9A2D7-9795-45D9-AFDE-8C6D19D454E6}" srcId="{1F60A019-B797-4391-976B-E0843452B598}" destId="{6840CA70-1C38-42F8-BA0D-EEA1D81F6D71}" srcOrd="4" destOrd="0" parTransId="{D77E7138-3896-4E8C-9F2B-2FC8F0027329}" sibTransId="{2E66EC53-A04F-4239-9D65-6787483CFCC2}"/>
    <dgm:cxn modelId="{58DCA3E6-F59F-4FFA-B0BF-8124D2E76D09}" srcId="{7BDA1F35-C63A-477E-8A2B-DA8A3A59F611}" destId="{0D4DE367-7729-49F0-8949-86B9A7447876}" srcOrd="1" destOrd="0" parTransId="{E281FCE4-2F63-43C7-ADE8-C589BDD0AE1A}" sibTransId="{63BDA96C-6243-4DB7-BB3B-22A2EA4749EE}"/>
    <dgm:cxn modelId="{7780F5EE-0E14-42B4-A80D-22FFC02B6F2C}" type="presOf" srcId="{CDCA56D4-C300-4833-AFAB-D0215ADD99CA}" destId="{72636061-D84D-4D0B-91B0-A2326C79A81D}" srcOrd="0" destOrd="0" presId="urn:microsoft.com/office/officeart/2016/7/layout/ChevronBlockProcess"/>
    <dgm:cxn modelId="{9457EBFB-3122-437B-9819-91F5AAC93579}" type="presOf" srcId="{1F60A019-B797-4391-976B-E0843452B598}" destId="{7950B7CA-0670-49C5-BA28-CE31D6D40205}" srcOrd="0" destOrd="0" presId="urn:microsoft.com/office/officeart/2016/7/layout/ChevronBlockProcess"/>
    <dgm:cxn modelId="{1E4132FD-ABDB-461A-BB93-EAF142660AEC}" srcId="{1F60A019-B797-4391-976B-E0843452B598}" destId="{69A47DB4-09FB-43A1-B3C3-1A9106F90793}" srcOrd="2" destOrd="0" parTransId="{254D9416-1C09-48ED-AAD3-6B7AFE889903}" sibTransId="{0234CE47-38BE-4B87-9A04-E11ACF4CB64A}"/>
    <dgm:cxn modelId="{F9AC4C8E-825F-48B2-8E24-2C63EA3D25BB}" type="presParOf" srcId="{72636061-D84D-4D0B-91B0-A2326C79A81D}" destId="{29DAEF74-02BD-43DF-8A24-2146908FF6F8}" srcOrd="0" destOrd="0" presId="urn:microsoft.com/office/officeart/2016/7/layout/ChevronBlockProcess"/>
    <dgm:cxn modelId="{F1C51D14-0F2B-459D-9A46-BC0EE7614DE5}" type="presParOf" srcId="{29DAEF74-02BD-43DF-8A24-2146908FF6F8}" destId="{7950B7CA-0670-49C5-BA28-CE31D6D40205}" srcOrd="0" destOrd="0" presId="urn:microsoft.com/office/officeart/2016/7/layout/ChevronBlockProcess"/>
    <dgm:cxn modelId="{27740FC0-0B51-4AEC-9CDF-2758BF7089D4}" type="presParOf" srcId="{29DAEF74-02BD-43DF-8A24-2146908FF6F8}" destId="{E36CD81A-A67D-481E-B6D3-DD571AF376A5}" srcOrd="1" destOrd="0" presId="urn:microsoft.com/office/officeart/2016/7/layout/ChevronBlockProcess"/>
    <dgm:cxn modelId="{DEB785F2-E37B-4B13-ABFF-BB64BB300658}" type="presParOf" srcId="{72636061-D84D-4D0B-91B0-A2326C79A81D}" destId="{A732507C-B241-4F08-89FD-F30E967C413B}" srcOrd="1" destOrd="0" presId="urn:microsoft.com/office/officeart/2016/7/layout/ChevronBlockProcess"/>
    <dgm:cxn modelId="{F04816E2-CB96-47A3-8C5E-3267897CDDFC}" type="presParOf" srcId="{72636061-D84D-4D0B-91B0-A2326C79A81D}" destId="{2B11FB3A-C891-4E93-AFBC-2DCE69695B8E}" srcOrd="2" destOrd="0" presId="urn:microsoft.com/office/officeart/2016/7/layout/ChevronBlockProcess"/>
    <dgm:cxn modelId="{41FF8154-CD40-4EC3-9DBB-D930D32BFB57}" type="presParOf" srcId="{2B11FB3A-C891-4E93-AFBC-2DCE69695B8E}" destId="{33870E2A-E5CD-4BED-8E86-627BCBBE931A}" srcOrd="0" destOrd="0" presId="urn:microsoft.com/office/officeart/2016/7/layout/ChevronBlockProcess"/>
    <dgm:cxn modelId="{4E8E2DED-5572-4690-98A3-2E96CBBC79A6}" type="presParOf" srcId="{2B11FB3A-C891-4E93-AFBC-2DCE69695B8E}" destId="{3ACE3EDB-8C21-4AFE-8E02-5739AE2F28C0}" srcOrd="1" destOrd="0" presId="urn:microsoft.com/office/officeart/2016/7/layout/ChevronBlockProcess"/>
    <dgm:cxn modelId="{D966FF8B-8F86-4C58-A744-238F1031B714}" type="presParOf" srcId="{72636061-D84D-4D0B-91B0-A2326C79A81D}" destId="{CFD690EA-6FA0-408C-A46D-03054352488D}" srcOrd="3" destOrd="0" presId="urn:microsoft.com/office/officeart/2016/7/layout/ChevronBlockProcess"/>
    <dgm:cxn modelId="{C92D591A-2163-45C1-8917-EBD9B739689B}" type="presParOf" srcId="{72636061-D84D-4D0B-91B0-A2326C79A81D}" destId="{788AB3DD-EA7F-4D15-93F3-5548FB6E0582}" srcOrd="4" destOrd="0" presId="urn:microsoft.com/office/officeart/2016/7/layout/ChevronBlockProcess"/>
    <dgm:cxn modelId="{044D8C73-6877-4725-A7AA-CB1E15BFEB01}" type="presParOf" srcId="{788AB3DD-EA7F-4D15-93F3-5548FB6E0582}" destId="{3CB18357-C77C-4370-8D66-4D934AC9793B}" srcOrd="0" destOrd="0" presId="urn:microsoft.com/office/officeart/2016/7/layout/ChevronBlockProcess"/>
    <dgm:cxn modelId="{C1C7BEDE-2A84-4270-9195-0BF0ABB6454B}" type="presParOf" srcId="{788AB3DD-EA7F-4D15-93F3-5548FB6E0582}" destId="{BE929402-A2CF-4123-AE71-3509B105F0AE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50B7CA-0670-49C5-BA28-CE31D6D40205}">
      <dsp:nvSpPr>
        <dsp:cNvPr id="0" name=""/>
        <dsp:cNvSpPr/>
      </dsp:nvSpPr>
      <dsp:spPr>
        <a:xfrm>
          <a:off x="6589" y="220957"/>
          <a:ext cx="2607994" cy="782398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604" tIns="96604" rIns="96604" bIns="9660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T" sz="2800" kern="1200" dirty="0"/>
            <a:t>Input</a:t>
          </a:r>
          <a:endParaRPr lang="de-AT" sz="2800" kern="1200" dirty="0"/>
        </a:p>
      </dsp:txBody>
      <dsp:txXfrm>
        <a:off x="241308" y="220957"/>
        <a:ext cx="2138556" cy="782398"/>
      </dsp:txXfrm>
    </dsp:sp>
    <dsp:sp modelId="{E36CD81A-A67D-481E-B6D3-DD571AF376A5}">
      <dsp:nvSpPr>
        <dsp:cNvPr id="0" name=""/>
        <dsp:cNvSpPr/>
      </dsp:nvSpPr>
      <dsp:spPr>
        <a:xfrm>
          <a:off x="6589" y="1003355"/>
          <a:ext cx="2373275" cy="262959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541" tIns="187541" rIns="187541" bIns="375083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T" sz="1700" kern="1200" dirty="0"/>
            <a:t>Satellite Images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T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T" sz="1700" kern="1200" dirty="0"/>
            <a:t>Open Street Map Land Use Layer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T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700" kern="1200" dirty="0"/>
            <a:t>T</a:t>
          </a:r>
          <a:r>
            <a:rPr lang="en-AT" sz="1700" kern="1200" dirty="0" err="1"/>
            <a:t>ree</a:t>
          </a:r>
          <a:r>
            <a:rPr lang="en-AT" sz="1700" kern="1200" dirty="0"/>
            <a:t> register (“</a:t>
          </a:r>
          <a:r>
            <a:rPr lang="en-AT" sz="1700" kern="1200" dirty="0" err="1"/>
            <a:t>Baumkataster</a:t>
          </a:r>
          <a:r>
            <a:rPr lang="en-AT" sz="1700" kern="1200" dirty="0"/>
            <a:t>”)</a:t>
          </a:r>
        </a:p>
      </dsp:txBody>
      <dsp:txXfrm>
        <a:off x="6589" y="1003355"/>
        <a:ext cx="2373275" cy="2629592"/>
      </dsp:txXfrm>
    </dsp:sp>
    <dsp:sp modelId="{33870E2A-E5CD-4BED-8E86-627BCBBE931A}">
      <dsp:nvSpPr>
        <dsp:cNvPr id="0" name=""/>
        <dsp:cNvSpPr/>
      </dsp:nvSpPr>
      <dsp:spPr>
        <a:xfrm>
          <a:off x="2575824" y="220957"/>
          <a:ext cx="2607994" cy="782398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604" tIns="96604" rIns="96604" bIns="9660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T" sz="2800" kern="1200" dirty="0"/>
            <a:t>Consider </a:t>
          </a:r>
        </a:p>
      </dsp:txBody>
      <dsp:txXfrm>
        <a:off x="2810543" y="220957"/>
        <a:ext cx="2138556" cy="782398"/>
      </dsp:txXfrm>
    </dsp:sp>
    <dsp:sp modelId="{3ACE3EDB-8C21-4AFE-8E02-5739AE2F28C0}">
      <dsp:nvSpPr>
        <dsp:cNvPr id="0" name=""/>
        <dsp:cNvSpPr/>
      </dsp:nvSpPr>
      <dsp:spPr>
        <a:xfrm>
          <a:off x="2575824" y="1003355"/>
          <a:ext cx="2373275" cy="262959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541" tIns="187541" rIns="187541" bIns="375083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T" sz="1700" kern="1200" dirty="0"/>
            <a:t>Seasons (multiple)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T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T" sz="1700" kern="1200" dirty="0"/>
            <a:t>Climate Zone (restricted -&gt; middle </a:t>
          </a:r>
          <a:r>
            <a:rPr lang="en-AT" sz="1700" kern="1200" dirty="0" err="1"/>
            <a:t>european</a:t>
          </a:r>
          <a:r>
            <a:rPr lang="en-AT" sz="1700" kern="1200" dirty="0"/>
            <a:t>)</a:t>
          </a:r>
        </a:p>
      </dsp:txBody>
      <dsp:txXfrm>
        <a:off x="2575824" y="1003355"/>
        <a:ext cx="2373275" cy="2629592"/>
      </dsp:txXfrm>
    </dsp:sp>
    <dsp:sp modelId="{3CB18357-C77C-4370-8D66-4D934AC9793B}">
      <dsp:nvSpPr>
        <dsp:cNvPr id="0" name=""/>
        <dsp:cNvSpPr/>
      </dsp:nvSpPr>
      <dsp:spPr>
        <a:xfrm>
          <a:off x="5145059" y="220957"/>
          <a:ext cx="2607994" cy="782398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604" tIns="96604" rIns="96604" bIns="9660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T" sz="2800" kern="1200"/>
            <a:t>Output </a:t>
          </a:r>
          <a:endParaRPr lang="en-AT" sz="2800" kern="1200" dirty="0"/>
        </a:p>
      </dsp:txBody>
      <dsp:txXfrm>
        <a:off x="5379778" y="220957"/>
        <a:ext cx="2138556" cy="782398"/>
      </dsp:txXfrm>
    </dsp:sp>
    <dsp:sp modelId="{BE929402-A2CF-4123-AE71-3509B105F0AE}">
      <dsp:nvSpPr>
        <dsp:cNvPr id="0" name=""/>
        <dsp:cNvSpPr/>
      </dsp:nvSpPr>
      <dsp:spPr>
        <a:xfrm>
          <a:off x="5145059" y="1003355"/>
          <a:ext cx="2373275" cy="262959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541" tIns="187541" rIns="187541" bIns="375083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T" sz="1700" kern="1200"/>
            <a:t>Predicted Tree Locations</a:t>
          </a:r>
          <a:endParaRPr lang="de-AT" sz="1700" kern="1200" dirty="0"/>
        </a:p>
      </dsp:txBody>
      <dsp:txXfrm>
        <a:off x="5145059" y="1003355"/>
        <a:ext cx="2373275" cy="26295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817FD-8155-4502-AF78-DBC2EA4B168F}" type="datetimeFigureOut">
              <a:rPr lang="de-AT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t>18.04.2026</a:t>
            </a:fld>
            <a:endParaRPr lang="de-AT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7F6F62-1C91-45E7-BAED-FBFBF67C82BC}" type="slidenum">
              <a:rPr lang="de-AT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t>‹#›</a:t>
            </a:fld>
            <a:endParaRPr lang="de-AT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3456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C0A972FC-F5E0-4F80-B169-F0B5EFC71333}" type="datetimeFigureOut">
              <a:rPr lang="de-AT" smtClean="0"/>
              <a:pPr/>
              <a:t>18.04.2026</a:t>
            </a:fld>
            <a:endParaRPr lang="de-AT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AT" dirty="0"/>
              <a:t>Textmasterformat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de-AT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219CC2FD-B32F-4992-A15B-F95E2E35C81B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15136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Verdana" pitchFamily="34" charset="0"/>
        <a:ea typeface="Verdana" pitchFamily="34" charset="0"/>
        <a:cs typeface="Verdana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9CC2FD-B32F-4992-A15B-F95E2E35C81B}" type="slidenum">
              <a:rPr lang="de-AT" smtClean="0"/>
              <a:pPr/>
              <a:t>1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56595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T" dirty="0"/>
              <a:t>&lt;</a:t>
            </a:r>
            <a:r>
              <a:rPr lang="en-AT" dirty="0" err="1"/>
              <a:t>hitze</a:t>
            </a:r>
            <a:r>
              <a:rPr lang="en-AT" dirty="0"/>
              <a:t> </a:t>
            </a:r>
            <a:r>
              <a:rPr lang="en-AT" dirty="0" err="1"/>
              <a:t>grafik</a:t>
            </a:r>
            <a:r>
              <a:rPr lang="en-AT" dirty="0"/>
              <a:t>&gt; - </a:t>
            </a:r>
            <a:r>
              <a:rPr lang="en-AT" dirty="0" err="1"/>
              <a:t>wärmebild</a:t>
            </a:r>
            <a:r>
              <a:rPr lang="en-AT" dirty="0"/>
              <a:t> </a:t>
            </a:r>
            <a:r>
              <a:rPr lang="en-AT" dirty="0" err="1"/>
              <a:t>zB</a:t>
            </a:r>
            <a:endParaRPr lang="en-AT" dirty="0"/>
          </a:p>
          <a:p>
            <a:r>
              <a:rPr lang="de-AT" dirty="0"/>
              <a:t>R</a:t>
            </a:r>
            <a:r>
              <a:rPr lang="en-AT" dirty="0" err="1"/>
              <a:t>eden</a:t>
            </a:r>
            <a:r>
              <a:rPr lang="en-AT" dirty="0"/>
              <a:t> </a:t>
            </a:r>
            <a:r>
              <a:rPr lang="en-AT" dirty="0" err="1"/>
              <a:t>über</a:t>
            </a:r>
            <a:r>
              <a:rPr lang="en-AT" dirty="0"/>
              <a:t> </a:t>
            </a:r>
            <a:r>
              <a:rPr lang="en-AT" dirty="0" err="1"/>
              <a:t>klimawandel</a:t>
            </a:r>
            <a:r>
              <a:rPr lang="en-AT" dirty="0"/>
              <a:t> – es </a:t>
            </a:r>
            <a:r>
              <a:rPr lang="en-AT" dirty="0" err="1"/>
              <a:t>wird</a:t>
            </a:r>
            <a:r>
              <a:rPr lang="en-AT" dirty="0"/>
              <a:t> </a:t>
            </a:r>
            <a:r>
              <a:rPr lang="en-AT" dirty="0" err="1"/>
              <a:t>wärmer</a:t>
            </a:r>
            <a:r>
              <a:rPr lang="en-AT" dirty="0"/>
              <a:t>, </a:t>
            </a:r>
            <a:r>
              <a:rPr lang="en-AT" dirty="0" err="1"/>
              <a:t>hitze</a:t>
            </a:r>
            <a:r>
              <a:rPr lang="en-AT" dirty="0"/>
              <a:t>, </a:t>
            </a:r>
            <a:r>
              <a:rPr lang="en-AT" dirty="0" err="1"/>
              <a:t>gefahren</a:t>
            </a:r>
            <a:endParaRPr lang="en-AT" dirty="0"/>
          </a:p>
          <a:p>
            <a:endParaRPr lang="en-AT" dirty="0"/>
          </a:p>
          <a:p>
            <a:r>
              <a:rPr lang="en-AT" dirty="0"/>
              <a:t>&lt;</a:t>
            </a:r>
            <a:r>
              <a:rPr lang="en-AT" dirty="0" err="1"/>
              <a:t>bild</a:t>
            </a:r>
            <a:r>
              <a:rPr lang="en-AT" dirty="0"/>
              <a:t> </a:t>
            </a:r>
            <a:r>
              <a:rPr lang="en-AT" dirty="0" err="1"/>
              <a:t>grün</a:t>
            </a:r>
            <a:r>
              <a:rPr lang="en-AT" dirty="0"/>
              <a:t>, </a:t>
            </a:r>
            <a:r>
              <a:rPr lang="en-AT" dirty="0" err="1"/>
              <a:t>bäume</a:t>
            </a:r>
            <a:r>
              <a:rPr lang="en-AT" dirty="0"/>
              <a:t>&gt;</a:t>
            </a:r>
          </a:p>
          <a:p>
            <a:r>
              <a:rPr lang="de-AT" dirty="0"/>
              <a:t>R</a:t>
            </a:r>
            <a:r>
              <a:rPr lang="en-AT" dirty="0" err="1"/>
              <a:t>eden</a:t>
            </a:r>
            <a:r>
              <a:rPr lang="en-AT" dirty="0"/>
              <a:t> </a:t>
            </a:r>
            <a:r>
              <a:rPr lang="en-AT" dirty="0" err="1"/>
              <a:t>über</a:t>
            </a:r>
            <a:r>
              <a:rPr lang="en-AT" dirty="0"/>
              <a:t> </a:t>
            </a:r>
            <a:r>
              <a:rPr lang="en-AT" dirty="0" err="1"/>
              <a:t>kühlfaktor</a:t>
            </a:r>
            <a:r>
              <a:rPr lang="en-AT" dirty="0"/>
              <a:t> von </a:t>
            </a:r>
            <a:r>
              <a:rPr lang="en-AT" dirty="0" err="1"/>
              <a:t>bäumen</a:t>
            </a:r>
            <a:endParaRPr lang="en-AT" dirty="0"/>
          </a:p>
          <a:p>
            <a:r>
              <a:rPr lang="en-AT" dirty="0" err="1"/>
              <a:t>Bäume</a:t>
            </a:r>
            <a:r>
              <a:rPr lang="en-AT" dirty="0"/>
              <a:t>: </a:t>
            </a:r>
            <a:r>
              <a:rPr lang="en-AT" dirty="0" err="1"/>
              <a:t>Mikroklima</a:t>
            </a:r>
            <a:endParaRPr lang="en-AT" dirty="0"/>
          </a:p>
          <a:p>
            <a:r>
              <a:rPr lang="en-AT" dirty="0" err="1"/>
              <a:t>Bäume</a:t>
            </a:r>
            <a:r>
              <a:rPr lang="en-AT" dirty="0"/>
              <a:t> </a:t>
            </a:r>
            <a:r>
              <a:rPr lang="en-AT" dirty="0" err="1"/>
              <a:t>Hochwasserschutz</a:t>
            </a:r>
            <a:endParaRPr lang="en-AT" dirty="0"/>
          </a:p>
          <a:p>
            <a:endParaRPr lang="de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CC2FD-B32F-4992-A15B-F95E2E35C81B}" type="slidenum">
              <a:rPr lang="de-AT" smtClean="0"/>
              <a:pPr/>
              <a:t>4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87247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T" dirty="0"/>
              <a:t>&lt;Logo Infrared&gt; - </a:t>
            </a:r>
            <a:r>
              <a:rPr lang="en-AT" dirty="0" err="1"/>
              <a:t>kurz</a:t>
            </a:r>
            <a:r>
              <a:rPr lang="en-AT" dirty="0"/>
              <a:t> </a:t>
            </a:r>
            <a:r>
              <a:rPr lang="en-AT" dirty="0" err="1"/>
              <a:t>über</a:t>
            </a:r>
            <a:r>
              <a:rPr lang="en-AT" dirty="0"/>
              <a:t> den </a:t>
            </a:r>
            <a:r>
              <a:rPr lang="en-AT" dirty="0" err="1"/>
              <a:t>firmenpartner</a:t>
            </a:r>
            <a:r>
              <a:rPr lang="en-AT" dirty="0"/>
              <a:t> </a:t>
            </a:r>
            <a:r>
              <a:rPr lang="en-AT" dirty="0" err="1"/>
              <a:t>reden</a:t>
            </a:r>
            <a:endParaRPr lang="en-AT" dirty="0"/>
          </a:p>
          <a:p>
            <a:r>
              <a:rPr lang="en-AT" dirty="0"/>
              <a:t>&lt;</a:t>
            </a:r>
            <a:r>
              <a:rPr lang="en-AT" dirty="0" err="1"/>
              <a:t>Vorjahresprojekte</a:t>
            </a:r>
            <a:r>
              <a:rPr lang="en-AT" dirty="0"/>
              <a:t> </a:t>
            </a:r>
            <a:r>
              <a:rPr lang="en-AT" dirty="0" err="1"/>
              <a:t>referenzieren</a:t>
            </a:r>
            <a:r>
              <a:rPr lang="en-AT" dirty="0"/>
              <a:t>&gt;</a:t>
            </a:r>
          </a:p>
          <a:p>
            <a:endParaRPr lang="de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CC2FD-B32F-4992-A15B-F95E2E35C81B}" type="slidenum">
              <a:rPr lang="de-AT" smtClean="0"/>
              <a:pPr/>
              <a:t>5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18195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A</a:t>
            </a:r>
            <a:r>
              <a:rPr lang="en-AT" dirty="0" err="1"/>
              <a:t>dditonal</a:t>
            </a:r>
            <a:r>
              <a:rPr lang="en-AT" dirty="0"/>
              <a:t> talk</a:t>
            </a:r>
          </a:p>
          <a:p>
            <a:r>
              <a:rPr lang="en-AT" dirty="0"/>
              <a:t>Out of scope: </a:t>
            </a:r>
          </a:p>
          <a:p>
            <a:pPr lvl="1"/>
            <a:r>
              <a:rPr lang="en-AT" dirty="0" err="1"/>
              <a:t>Simulationen</a:t>
            </a:r>
            <a:r>
              <a:rPr lang="en-AT" dirty="0"/>
              <a:t> (Hitze, </a:t>
            </a:r>
            <a:r>
              <a:rPr lang="en-AT" dirty="0" err="1"/>
              <a:t>flut</a:t>
            </a:r>
            <a:r>
              <a:rPr lang="en-AT" dirty="0"/>
              <a:t>). </a:t>
            </a:r>
          </a:p>
          <a:p>
            <a:pPr lvl="1"/>
            <a:r>
              <a:rPr lang="en-AT" dirty="0"/>
              <a:t>Kleine </a:t>
            </a:r>
            <a:r>
              <a:rPr lang="en-AT" dirty="0" err="1"/>
              <a:t>einzelbäume</a:t>
            </a:r>
            <a:r>
              <a:rPr lang="en-AT" dirty="0"/>
              <a:t> (die in </a:t>
            </a:r>
            <a:r>
              <a:rPr lang="en-AT" dirty="0" err="1"/>
              <a:t>auflösung</a:t>
            </a:r>
            <a:r>
              <a:rPr lang="en-AT" dirty="0"/>
              <a:t> </a:t>
            </a:r>
            <a:r>
              <a:rPr lang="en-AT" dirty="0" err="1"/>
              <a:t>unter</a:t>
            </a:r>
            <a:r>
              <a:rPr lang="en-AT" dirty="0"/>
              <a:t> </a:t>
            </a:r>
            <a:r>
              <a:rPr lang="en-AT" dirty="0" err="1"/>
              <a:t>gehen</a:t>
            </a:r>
            <a:r>
              <a:rPr lang="en-AT" dirty="0"/>
              <a:t>)</a:t>
            </a:r>
            <a:endParaRPr lang="de-AT" dirty="0"/>
          </a:p>
          <a:p>
            <a:endParaRPr lang="de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CC2FD-B32F-4992-A15B-F95E2E35C81B}" type="slidenum">
              <a:rPr lang="de-AT" smtClean="0"/>
              <a:pPr/>
              <a:t>6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29153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14" name="Rechteck 13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15" name="Rechteck 14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pic>
        <p:nvPicPr>
          <p:cNvPr id="16" name="Grafik 15">
            <a:extLst>
              <a:ext uri="{FF2B5EF4-FFF2-40B4-BE49-F238E27FC236}">
                <a16:creationId xmlns:a16="http://schemas.microsoft.com/office/drawing/2014/main" id="{BCE2647B-5073-4CAC-9C5E-8009FCC053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 userDrawn="1"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de-AT" dirty="0"/>
              <a:t>Maximal zweizeiligen </a:t>
            </a:r>
            <a:br>
              <a:rPr lang="de-AT" dirty="0"/>
            </a:br>
            <a:r>
              <a:rPr lang="de-AT" dirty="0"/>
              <a:t>Titel eingeben</a:t>
            </a:r>
          </a:p>
        </p:txBody>
      </p:sp>
      <p:sp>
        <p:nvSpPr>
          <p:cNvPr id="3" name="Untertitel 2"/>
          <p:cNvSpPr>
            <a:spLocks noGrp="1"/>
          </p:cNvSpPr>
          <p:nvPr userDrawn="1"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AT" dirty="0"/>
              <a:t>Bei Bedarf Untertitel hier eingeben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1"/>
          </p:nvPr>
        </p:nvSpPr>
        <p:spPr bwMode="white">
          <a:xfrm>
            <a:off x="287338" y="2941638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baseline="0" dirty="0" smtClean="0"/>
            </a:lvl1pPr>
          </a:lstStyle>
          <a:p>
            <a:pPr marL="0" lvl="0" defTabSz="914400"/>
            <a:r>
              <a:rPr lang="en-US"/>
              <a:t>Click to edit Master text styles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bg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de-AT" dirty="0"/>
              <a:t>Stand: </a:t>
            </a:r>
            <a:r>
              <a:rPr lang="de-AT" dirty="0" err="1"/>
              <a:t>xx.xx.xxxx</a:t>
            </a:r>
            <a:endParaRPr lang="de-AT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77A3717-F920-47F5-9A6A-43B4555D244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41094"/>
            <a:ext cx="1835942" cy="29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897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kurz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6A3FCC5-1509-445E-BE36-5F597590EDBB}"/>
              </a:ext>
            </a:extLst>
          </p:cNvPr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1731679"/>
          </a:xfrm>
        </p:grpSpPr>
        <p:sp>
          <p:nvSpPr>
            <p:cNvPr id="13" name="Rechteck 12"/>
            <p:cNvSpPr/>
            <p:nvPr userDrawn="1"/>
          </p:nvSpPr>
          <p:spPr>
            <a:xfrm>
              <a:off x="6192000" y="603319"/>
              <a:ext cx="2648188" cy="17316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15" name="Rechteck 14"/>
            <p:cNvSpPr/>
            <p:nvPr userDrawn="1"/>
          </p:nvSpPr>
          <p:spPr bwMode="blackWhite">
            <a:xfrm>
              <a:off x="287338" y="603319"/>
              <a:ext cx="5904662" cy="1731679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2" name="Titel 1"/>
          <p:cNvSpPr>
            <a:spLocks noGrp="1"/>
          </p:cNvSpPr>
          <p:nvPr userDrawn="1">
            <p:ph type="ctrTitle" hasCustomPrompt="1"/>
          </p:nvPr>
        </p:nvSpPr>
        <p:spPr bwMode="black">
          <a:xfrm>
            <a:off x="605408" y="1296154"/>
            <a:ext cx="5466982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de-AT" dirty="0"/>
              <a:t>Einzeiligen Titel eingeben</a:t>
            </a:r>
          </a:p>
        </p:txBody>
      </p:sp>
      <p:sp>
        <p:nvSpPr>
          <p:cNvPr id="3" name="Untertitel 2"/>
          <p:cNvSpPr>
            <a:spLocks noGrp="1"/>
          </p:cNvSpPr>
          <p:nvPr userDrawn="1">
            <p:ph type="subTitle" idx="1" hasCustomPrompt="1"/>
          </p:nvPr>
        </p:nvSpPr>
        <p:spPr bwMode="black">
          <a:xfrm>
            <a:off x="605408" y="993080"/>
            <a:ext cx="5466982" cy="30451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AT" dirty="0"/>
              <a:t>Bei Bedarf Untertitel hier eingeben</a:t>
            </a:r>
          </a:p>
        </p:txBody>
      </p:sp>
      <p:sp>
        <p:nvSpPr>
          <p:cNvPr id="16" name="Textplatzhalter 9"/>
          <p:cNvSpPr>
            <a:spLocks noGrp="1"/>
          </p:cNvSpPr>
          <p:nvPr userDrawn="1">
            <p:ph type="body" sz="quarter" idx="11"/>
          </p:nvPr>
        </p:nvSpPr>
        <p:spPr bwMode="white">
          <a:xfrm>
            <a:off x="287338" y="2642906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pPr marL="0" lvl="0" defTabSz="914400"/>
            <a:r>
              <a:rPr lang="en-US"/>
              <a:t>Click to edit Master text styles</a:t>
            </a:r>
          </a:p>
        </p:txBody>
      </p:sp>
      <p:sp>
        <p:nvSpPr>
          <p:cNvPr id="12" name="Textplatzhalter 7"/>
          <p:cNvSpPr>
            <a:spLocks noGrp="1"/>
          </p:cNvSpPr>
          <p:nvPr userDrawn="1">
            <p:ph type="body" sz="quarter" idx="12" hasCustomPrompt="1"/>
          </p:nvPr>
        </p:nvSpPr>
        <p:spPr bwMode="auto"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bg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de-AT" dirty="0"/>
              <a:t>Stand: </a:t>
            </a:r>
            <a:r>
              <a:rPr lang="de-AT" dirty="0" err="1"/>
              <a:t>xx.xx.xxxx</a:t>
            </a:r>
            <a:endParaRPr lang="de-AT" dirty="0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2D5C1542-29B8-4AE1-B0C9-CD406CE5EF8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9234A93-CFFB-4237-9659-D02118469D8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41094"/>
            <a:ext cx="1835942" cy="29531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2019" y="1344613"/>
            <a:ext cx="7759644" cy="3853905"/>
          </a:xfrm>
        </p:spPr>
        <p:txBody>
          <a:bodyPr lIns="0" rIns="0">
            <a:normAutofit/>
          </a:bodyPr>
          <a:lstStyle>
            <a:lvl1pPr>
              <a:defRPr sz="16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AT" dirty="0"/>
              <a:t>Textmasterformat durch Klicken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4B0F6-B814-432F-A5EF-779CD4E3E58E}" type="datetime1">
              <a:rPr lang="de-AT" smtClean="0"/>
              <a:t>18.04.2026</a:t>
            </a:fld>
            <a:endParaRPr lang="de-AT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Fusszeile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AT" dirty="0"/>
              <a:t>SEITE </a:t>
            </a:r>
            <a:fld id="{BE3DC40E-DBBE-4E2D-9EEC-FBF0DA0E9179}" type="slidenum">
              <a:rPr lang="de-AT" smtClean="0"/>
              <a:t>‹#›</a:t>
            </a:fld>
            <a:endParaRPr lang="de-A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16" name="Rechteck 15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17" name="Rechteck 1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14" name="Textplatzhalter 9"/>
          <p:cNvSpPr>
            <a:spLocks noGrp="1"/>
          </p:cNvSpPr>
          <p:nvPr>
            <p:ph type="body" sz="quarter" idx="11"/>
          </p:nvPr>
        </p:nvSpPr>
        <p:spPr bwMode="white">
          <a:xfrm>
            <a:off x="287338" y="2941638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pPr marL="0" lvl="0" defTabSz="914400"/>
            <a:r>
              <a:rPr lang="en-US"/>
              <a:t>Click to edit Master text styles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tx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de-AT" dirty="0"/>
              <a:t>Stand: </a:t>
            </a:r>
            <a:r>
              <a:rPr lang="de-AT" dirty="0" err="1"/>
              <a:t>xx.xx.xxxx</a:t>
            </a:r>
            <a:endParaRPr lang="de-AT" dirty="0"/>
          </a:p>
        </p:txBody>
      </p:sp>
      <p:sp>
        <p:nvSpPr>
          <p:cNvPr id="13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de-AT" dirty="0"/>
              <a:t>Maximal zweizeiligen </a:t>
            </a:r>
            <a:br>
              <a:rPr lang="de-AT" dirty="0"/>
            </a:br>
            <a:r>
              <a:rPr lang="de-AT" dirty="0"/>
              <a:t>Titel eingeben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AT" dirty="0"/>
              <a:t>Bei Bedarf Untertitel hier eingeben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0B662EC1-7F7E-4F35-9E96-6A12310053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CB48493-A0F2-468C-986D-2A150B5DEF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341" y="5141369"/>
            <a:ext cx="1831485" cy="29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796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413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hne Bild ku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ieren 12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15" name="Rechteck 14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17" name="Rechteck 1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7" y="1296154"/>
            <a:ext cx="5436000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de-AT" dirty="0"/>
              <a:t>Einzeiligen Titel eingeben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7" y="993080"/>
            <a:ext cx="5436000" cy="30451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AT" dirty="0"/>
              <a:t>Bei Bedarf Untertitel hier eingeben</a:t>
            </a:r>
          </a:p>
        </p:txBody>
      </p:sp>
      <p:sp>
        <p:nvSpPr>
          <p:cNvPr id="14" name="Textplatzhalter 9"/>
          <p:cNvSpPr>
            <a:spLocks noGrp="1"/>
          </p:cNvSpPr>
          <p:nvPr>
            <p:ph type="body" sz="quarter" idx="11"/>
          </p:nvPr>
        </p:nvSpPr>
        <p:spPr bwMode="white">
          <a:xfrm>
            <a:off x="287338" y="2642907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pPr marL="0" lvl="0" defTabSz="914400"/>
            <a:r>
              <a:rPr lang="en-US"/>
              <a:t>Click to edit Master text styles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tx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de-AT" dirty="0"/>
              <a:t>Stand: </a:t>
            </a:r>
            <a:r>
              <a:rPr lang="de-AT" dirty="0" err="1"/>
              <a:t>xx.xx.xxxx</a:t>
            </a:r>
            <a:endParaRPr lang="de-AT" dirty="0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68921D79-517C-4187-882B-8B1EFDBF5E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03EC835-F8EC-46FF-A7D8-2C72534AF7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341" y="5141369"/>
            <a:ext cx="1831485" cy="29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26800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ild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21" name="Rechteck 20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2" name="Rechteck 21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10" name="Textplatzhalter 9"/>
          <p:cNvSpPr>
            <a:spLocks noGrp="1"/>
          </p:cNvSpPr>
          <p:nvPr>
            <p:ph type="body" sz="quarter" idx="11"/>
          </p:nvPr>
        </p:nvSpPr>
        <p:spPr bwMode="white">
          <a:xfrm>
            <a:off x="287338" y="2941638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pPr marL="0" lvl="0" defTabSz="914400"/>
            <a:r>
              <a:rPr lang="en-US"/>
              <a:t>Click to edit Master text styles</a:t>
            </a:r>
          </a:p>
        </p:txBody>
      </p:sp>
      <p:sp>
        <p:nvSpPr>
          <p:cNvPr id="14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tx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de-AT" dirty="0"/>
              <a:t>Stand: </a:t>
            </a:r>
            <a:r>
              <a:rPr lang="de-AT" dirty="0" err="1"/>
              <a:t>xx.xx.xxxx</a:t>
            </a:r>
            <a:endParaRPr lang="de-AT" dirty="0"/>
          </a:p>
        </p:txBody>
      </p:sp>
      <p:sp>
        <p:nvSpPr>
          <p:cNvPr id="16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de-AT" dirty="0"/>
              <a:t>Maximal zweizeiligen </a:t>
            </a:r>
            <a:br>
              <a:rPr lang="de-AT" dirty="0"/>
            </a:br>
            <a:r>
              <a:rPr lang="de-AT" dirty="0"/>
              <a:t>Titel eingeben</a:t>
            </a:r>
          </a:p>
        </p:txBody>
      </p:sp>
      <p:sp>
        <p:nvSpPr>
          <p:cNvPr id="17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AT" dirty="0"/>
              <a:t>Bei Bedarf Untertitel hier eingeben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F116690-1CA5-4CDF-B922-0BB3C7E060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E92C9326-2A46-4857-9E76-0DB2F283D62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41093"/>
            <a:ext cx="1835942" cy="29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07811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ild 2 kurz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ieren 12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15" name="Rechteck 14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17" name="Rechteck 1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7" y="1296154"/>
            <a:ext cx="5436000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de-AT" dirty="0"/>
              <a:t>Einzeiligen Titel eingeben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7" y="993080"/>
            <a:ext cx="5436000" cy="30451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AT" dirty="0"/>
              <a:t>Bei Bedarf Untertitel hier eingeben</a:t>
            </a:r>
          </a:p>
        </p:txBody>
      </p:sp>
      <p:sp>
        <p:nvSpPr>
          <p:cNvPr id="16" name="Textplatzhalter 9"/>
          <p:cNvSpPr>
            <a:spLocks noGrp="1"/>
          </p:cNvSpPr>
          <p:nvPr>
            <p:ph type="body" sz="quarter" idx="11"/>
          </p:nvPr>
        </p:nvSpPr>
        <p:spPr bwMode="white">
          <a:xfrm>
            <a:off x="287338" y="2642907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pPr marL="0" lvl="0" defTabSz="914400"/>
            <a:r>
              <a:rPr lang="en-US"/>
              <a:t>Click to edit Master text styles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tx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de-AT" dirty="0"/>
              <a:t>Stand: </a:t>
            </a:r>
            <a:r>
              <a:rPr lang="de-AT" dirty="0" err="1"/>
              <a:t>xx.xx.xxxx</a:t>
            </a:r>
            <a:endParaRPr lang="de-AT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A475DBF-FF8A-499C-9A9D-A1690ED3361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D71C56E8-CA3B-4481-B593-3FAEA5B8938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41093"/>
            <a:ext cx="1835942" cy="29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66685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ild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ieren 15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17" name="Rechteck 16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18" name="Rechteck 17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10" name="Textplatzhalter 9"/>
          <p:cNvSpPr>
            <a:spLocks noGrp="1"/>
          </p:cNvSpPr>
          <p:nvPr>
            <p:ph type="body" sz="quarter" idx="11"/>
          </p:nvPr>
        </p:nvSpPr>
        <p:spPr bwMode="white">
          <a:xfrm>
            <a:off x="287338" y="2941638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pPr marL="0" lvl="0" defTabSz="914400"/>
            <a:r>
              <a:rPr lang="en-US"/>
              <a:t>Click to edit Master text styles</a:t>
            </a:r>
          </a:p>
        </p:txBody>
      </p:sp>
      <p:sp>
        <p:nvSpPr>
          <p:cNvPr id="14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bg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de-AT" dirty="0"/>
              <a:t>Stand: </a:t>
            </a:r>
            <a:r>
              <a:rPr lang="de-AT" dirty="0" err="1"/>
              <a:t>xx.xx.xxxx</a:t>
            </a:r>
            <a:endParaRPr lang="de-AT" dirty="0"/>
          </a:p>
        </p:txBody>
      </p:sp>
      <p:sp>
        <p:nvSpPr>
          <p:cNvPr id="1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de-AT" dirty="0"/>
              <a:t>Maximal zweizeiligen </a:t>
            </a:r>
            <a:br>
              <a:rPr lang="de-AT" dirty="0"/>
            </a:br>
            <a:r>
              <a:rPr lang="de-AT" dirty="0"/>
              <a:t>Titel eingeben</a:t>
            </a:r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AT" dirty="0"/>
              <a:t>Bei Bedarf Untertitel hier eingeben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6068296-11E8-4929-AA24-078FC628B7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6EC7758-8011-47AD-A756-F263091D5BB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41094"/>
            <a:ext cx="1835942" cy="29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31637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ild 3 kurz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ieren 12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14" name="Rechteck 13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17" name="Rechteck 1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7" y="1296154"/>
            <a:ext cx="5436000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de-AT" dirty="0"/>
              <a:t>Einzeiligen Titel eingeben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7" y="993080"/>
            <a:ext cx="5436000" cy="30451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AT" dirty="0"/>
              <a:t>Bei Bedarf Untertitel hier eingeben</a:t>
            </a:r>
          </a:p>
        </p:txBody>
      </p:sp>
      <p:sp>
        <p:nvSpPr>
          <p:cNvPr id="16" name="Textplatzhalter 9"/>
          <p:cNvSpPr>
            <a:spLocks noGrp="1"/>
          </p:cNvSpPr>
          <p:nvPr>
            <p:ph type="body" sz="quarter" idx="11"/>
          </p:nvPr>
        </p:nvSpPr>
        <p:spPr bwMode="white">
          <a:xfrm>
            <a:off x="287338" y="2642907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pPr marL="0" lvl="0" defTabSz="914400"/>
            <a:r>
              <a:rPr lang="en-US"/>
              <a:t>Click to edit Master text styles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bg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de-AT" dirty="0"/>
              <a:t>Stand: </a:t>
            </a:r>
            <a:r>
              <a:rPr lang="de-AT" dirty="0" err="1"/>
              <a:t>xx.xx.xxxx</a:t>
            </a:r>
            <a:endParaRPr lang="de-AT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B897B33-8355-44AC-8129-26BF5973F3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E00495DC-0F57-4304-BBFD-BB5FA5288F7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41094"/>
            <a:ext cx="1835942" cy="29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111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pieren 20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22" name="Rechteck 21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3" name="Rechteck 22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14" name="Textplatzhalter 9"/>
          <p:cNvSpPr>
            <a:spLocks noGrp="1"/>
          </p:cNvSpPr>
          <p:nvPr>
            <p:ph type="body" sz="quarter" idx="11"/>
          </p:nvPr>
        </p:nvSpPr>
        <p:spPr bwMode="white">
          <a:xfrm>
            <a:off x="287338" y="2941638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pPr marL="0" lvl="0" defTabSz="914400"/>
            <a:r>
              <a:rPr lang="en-US"/>
              <a:t>Click to edit Master text styles</a:t>
            </a:r>
          </a:p>
        </p:txBody>
      </p:sp>
      <p:sp>
        <p:nvSpPr>
          <p:cNvPr id="13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28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de-AT" dirty="0"/>
              <a:t>Maximal zweizeiligen </a:t>
            </a:r>
            <a:br>
              <a:rPr lang="de-AT" dirty="0"/>
            </a:br>
            <a:r>
              <a:rPr lang="de-AT" dirty="0"/>
              <a:t>Titel eingeben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F16FBD4-A1A0-4C0D-8ECA-591A550A295A}" type="datetime1">
              <a:rPr lang="de-AT" smtClean="0"/>
              <a:t>18.04.2026</a:t>
            </a:fld>
            <a:endParaRPr lang="de-AT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 dirty="0"/>
              <a:t>Fusszeile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de-AT" dirty="0"/>
              <a:t>SEITE </a:t>
            </a:r>
            <a:fld id="{BE3DC40E-DBBE-4E2D-9EEC-FBF0DA0E9179}" type="slidenum">
              <a:rPr lang="de-AT" smtClean="0"/>
              <a:pPr/>
              <a:t>‹#›</a:t>
            </a:fld>
            <a:endParaRPr lang="de-AT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181D7EAB-0BA7-4E01-91B2-EC9EF18DB6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7E0998BC-97DF-4E25-87DA-15ED5E16C46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613" y="5359721"/>
            <a:ext cx="1318058" cy="21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976733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folie ku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ieren 12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15" name="Rechteck 14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17" name="Rechteck 1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7" y="1302593"/>
            <a:ext cx="5436000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28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de-AT" dirty="0"/>
              <a:t>Einzeiligen Titel eingeben</a:t>
            </a:r>
          </a:p>
        </p:txBody>
      </p:sp>
      <p:sp>
        <p:nvSpPr>
          <p:cNvPr id="14" name="Textplatzhalter 9"/>
          <p:cNvSpPr>
            <a:spLocks noGrp="1"/>
          </p:cNvSpPr>
          <p:nvPr>
            <p:ph type="body" sz="quarter" idx="11"/>
          </p:nvPr>
        </p:nvSpPr>
        <p:spPr bwMode="white">
          <a:xfrm>
            <a:off x="287338" y="2642907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pPr marL="0" lvl="0" defTabSz="91440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F16FBD4-A1A0-4C0D-8ECA-591A550A295A}" type="datetime1">
              <a:rPr lang="de-AT" smtClean="0"/>
              <a:t>18.04.2026</a:t>
            </a:fld>
            <a:endParaRPr lang="de-A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AT" dirty="0"/>
              <a:t>Fusszeile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de-AT" dirty="0"/>
              <a:t>SEITE </a:t>
            </a:r>
            <a:fld id="{BE3DC40E-DBBE-4E2D-9EEC-FBF0DA0E9179}" type="slidenum">
              <a:rPr lang="de-AT" smtClean="0"/>
              <a:pPr/>
              <a:t>‹#›</a:t>
            </a:fld>
            <a:endParaRPr lang="de-AT" dirty="0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8CE3C7E9-F05D-4DB6-844F-097DC39A0A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0DCF4C52-7450-4216-AD35-23E4508F83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613" y="5359721"/>
            <a:ext cx="1318058" cy="21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94613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sz="quarter" idx="10" hasCustomPrompt="1"/>
          </p:nvPr>
        </p:nvSpPr>
        <p:spPr>
          <a:xfrm>
            <a:off x="468316" y="1344613"/>
            <a:ext cx="8210547" cy="4370387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de-AT" dirty="0"/>
              <a:t>Platzhalter für Objekte</a:t>
            </a:r>
          </a:p>
        </p:txBody>
      </p:sp>
      <p:sp>
        <p:nvSpPr>
          <p:cNvPr id="8" name="Rechteck 7"/>
          <p:cNvSpPr/>
          <p:nvPr userDrawn="1"/>
        </p:nvSpPr>
        <p:spPr bwMode="gray">
          <a:xfrm>
            <a:off x="0" y="1043522"/>
            <a:ext cx="9144000" cy="25200"/>
          </a:xfrm>
          <a:prstGeom prst="rect">
            <a:avLst/>
          </a:prstGeom>
          <a:solidFill>
            <a:srgbClr val="0C9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     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3B1CA4E-C398-49A1-9CD7-D9ACEA72DB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11621" y="288569"/>
            <a:ext cx="1170000" cy="617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62405" y="1344613"/>
            <a:ext cx="3960000" cy="3859212"/>
          </a:xfrm>
        </p:spPr>
        <p:txBody>
          <a:bodyPr>
            <a:normAutofit/>
          </a:bodyPr>
          <a:lstStyle>
            <a:lvl1pPr>
              <a:defRPr sz="1600"/>
            </a:lvl1pPr>
            <a:lvl2pPr marL="541312" indent="-285750">
              <a:buClr>
                <a:schemeClr val="accent1"/>
              </a:buClr>
              <a:buFont typeface="Wingdings" charset="2"/>
              <a:buChar char="§"/>
              <a:defRPr sz="1500"/>
            </a:lvl2pPr>
            <a:lvl3pPr>
              <a:defRPr sz="1400"/>
            </a:lvl3pPr>
            <a:lvl4pPr>
              <a:buClr>
                <a:schemeClr val="accent1"/>
              </a:buCl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 dirty="0"/>
              <a:t>Textmasterformat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715688" y="1344613"/>
            <a:ext cx="3960000" cy="3859212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1600"/>
            </a:lvl1pPr>
            <a:lvl2pPr marL="541312" indent="-285750">
              <a:buClr>
                <a:schemeClr val="accent1"/>
              </a:buClr>
              <a:buFont typeface="Wingdings" charset="2"/>
              <a:buChar char="§"/>
              <a:defRPr sz="1500"/>
            </a:lvl2pPr>
            <a:lvl3pPr>
              <a:defRPr sz="1400"/>
            </a:lvl3pPr>
            <a:lvl4pPr>
              <a:buClr>
                <a:schemeClr val="accent1"/>
              </a:buClr>
              <a:defRPr sz="1200"/>
            </a:lvl4pPr>
            <a:lvl5pPr>
              <a:buClr>
                <a:schemeClr val="accent1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 dirty="0"/>
              <a:t>Textmasterformat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0548-BB61-4975-B080-1B6E0D52ECC3}" type="datetime1">
              <a:rPr lang="de-AT" smtClean="0"/>
              <a:t>18.04.2026</a:t>
            </a:fld>
            <a:endParaRPr lang="de-AT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Fusszeile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AT" dirty="0"/>
              <a:t>SEITE </a:t>
            </a:r>
            <a:fld id="{BE3DC40E-DBBE-4E2D-9EEC-FBF0DA0E9179}" type="slidenum">
              <a:rPr lang="de-AT" smtClean="0"/>
              <a:t>‹#›</a:t>
            </a:fld>
            <a:endParaRPr lang="de-A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62405" y="1935991"/>
            <a:ext cx="3960000" cy="326783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 dirty="0"/>
              <a:t>Textmasterformat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715688" y="1935991"/>
            <a:ext cx="3960000" cy="326783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 dirty="0"/>
              <a:t>Textmasterformat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3" hasCustomPrompt="1"/>
          </p:nvPr>
        </p:nvSpPr>
        <p:spPr bwMode="gray">
          <a:xfrm>
            <a:off x="468314" y="1344613"/>
            <a:ext cx="3960811" cy="533136"/>
          </a:xfr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none"/>
        </p:style>
        <p:txBody>
          <a:bodyPr anchor="ctr" anchorCtr="0">
            <a:noAutofit/>
          </a:bodyPr>
          <a:lstStyle>
            <a:lvl1pPr marL="92066" indent="0">
              <a:buNone/>
              <a:tabLst/>
              <a:defRPr sz="1800" b="1" baseline="0">
                <a:solidFill>
                  <a:schemeClr val="bg1"/>
                </a:solidFill>
                <a:latin typeface="+mj-lt"/>
              </a:defRPr>
            </a:lvl1pPr>
            <a:lvl2pPr marL="457153" indent="0">
              <a:buNone/>
              <a:defRPr sz="2000" b="1"/>
            </a:lvl2pPr>
            <a:lvl3pPr marL="914306" indent="0">
              <a:buNone/>
              <a:defRPr sz="1800" b="1"/>
            </a:lvl3pPr>
            <a:lvl4pPr marL="1371460" indent="0">
              <a:buNone/>
              <a:defRPr sz="1600" b="1"/>
            </a:lvl4pPr>
            <a:lvl5pPr marL="1828613" indent="0">
              <a:buNone/>
              <a:defRPr sz="1600" b="1"/>
            </a:lvl5pPr>
            <a:lvl6pPr marL="2285767" indent="0">
              <a:buNone/>
              <a:defRPr sz="1600" b="1"/>
            </a:lvl6pPr>
            <a:lvl7pPr marL="2742920" indent="0">
              <a:buNone/>
              <a:defRPr sz="1600" b="1"/>
            </a:lvl7pPr>
            <a:lvl8pPr marL="3200073" indent="0">
              <a:buNone/>
              <a:defRPr sz="1600" b="1"/>
            </a:lvl8pPr>
            <a:lvl9pPr marL="3657227" indent="0">
              <a:buNone/>
              <a:defRPr sz="1600" b="1"/>
            </a:lvl9pPr>
          </a:lstStyle>
          <a:p>
            <a:pPr lvl="0"/>
            <a:r>
              <a:rPr lang="de-AT" dirty="0"/>
              <a:t>Text hier einfügen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208B580-4914-472C-873D-0ABC3D2F1944}" type="datetime1">
              <a:rPr lang="de-AT" smtClean="0"/>
              <a:t>18.04.2026</a:t>
            </a:fld>
            <a:endParaRPr lang="de-AT" dirty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AT" dirty="0"/>
              <a:t>Fusszeile</a:t>
            </a:r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de-AT" dirty="0"/>
              <a:t>SEITE </a:t>
            </a:r>
            <a:fld id="{BE3DC40E-DBBE-4E2D-9EEC-FBF0DA0E9179}" type="slidenum">
              <a:rPr lang="de-AT" smtClean="0"/>
              <a:t>‹#›</a:t>
            </a:fld>
            <a:endParaRPr lang="de-A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idx="17" hasCustomPrompt="1"/>
          </p:nvPr>
        </p:nvSpPr>
        <p:spPr bwMode="gray">
          <a:xfrm>
            <a:off x="4727894" y="1344613"/>
            <a:ext cx="3960811" cy="533136"/>
          </a:xfr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none"/>
        </p:style>
        <p:txBody>
          <a:bodyPr anchor="ctr" anchorCtr="0">
            <a:noAutofit/>
          </a:bodyPr>
          <a:lstStyle>
            <a:lvl1pPr marL="92066" indent="0">
              <a:buNone/>
              <a:tabLst/>
              <a:defRPr sz="1800" b="1" baseline="0">
                <a:solidFill>
                  <a:schemeClr val="bg1"/>
                </a:solidFill>
                <a:latin typeface="+mj-lt"/>
              </a:defRPr>
            </a:lvl1pPr>
            <a:lvl2pPr marL="457153" indent="0">
              <a:buNone/>
              <a:defRPr sz="2000" b="1"/>
            </a:lvl2pPr>
            <a:lvl3pPr marL="914306" indent="0">
              <a:buNone/>
              <a:defRPr sz="1800" b="1"/>
            </a:lvl3pPr>
            <a:lvl4pPr marL="1371460" indent="0">
              <a:buNone/>
              <a:defRPr sz="1600" b="1"/>
            </a:lvl4pPr>
            <a:lvl5pPr marL="1828613" indent="0">
              <a:buNone/>
              <a:defRPr sz="1600" b="1"/>
            </a:lvl5pPr>
            <a:lvl6pPr marL="2285767" indent="0">
              <a:buNone/>
              <a:defRPr sz="1600" b="1"/>
            </a:lvl6pPr>
            <a:lvl7pPr marL="2742920" indent="0">
              <a:buNone/>
              <a:defRPr sz="1600" b="1"/>
            </a:lvl7pPr>
            <a:lvl8pPr marL="3200073" indent="0">
              <a:buNone/>
              <a:defRPr sz="1600" b="1"/>
            </a:lvl8pPr>
            <a:lvl9pPr marL="3657227" indent="0">
              <a:buNone/>
              <a:defRPr sz="1600" b="1"/>
            </a:lvl9pPr>
          </a:lstStyle>
          <a:p>
            <a:pPr lvl="0"/>
            <a:r>
              <a:rPr lang="de-AT" dirty="0"/>
              <a:t>Text hier einfügen</a:t>
            </a:r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467544" y="1964530"/>
            <a:ext cx="4319712" cy="2716954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31" tIns="45715" rIns="91431" bIns="45715" rtlCol="0" anchor="ctr"/>
          <a:lstStyle/>
          <a:p>
            <a:pPr algn="ctr"/>
            <a:endParaRPr lang="de-AT" dirty="0"/>
          </a:p>
        </p:txBody>
      </p:sp>
      <p:pic>
        <p:nvPicPr>
          <p:cNvPr id="7" name="Grafik 6" descr="Logo-für-VK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1560" y="2127250"/>
            <a:ext cx="492443" cy="2252663"/>
          </a:xfrm>
          <a:prstGeom prst="rect">
            <a:avLst/>
          </a:prstGeom>
        </p:spPr>
      </p:pic>
      <p:sp>
        <p:nvSpPr>
          <p:cNvPr id="11" name="Textplatzhalt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1684020" y="2559843"/>
            <a:ext cx="2763926" cy="1811291"/>
          </a:xfrm>
        </p:spPr>
        <p:txBody>
          <a:bodyPr>
            <a:normAutofit/>
          </a:bodyPr>
          <a:lstStyle>
            <a:lvl1pPr marL="0" marR="0" indent="0" algn="l" defTabSz="9143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2582"/>
              </a:buClr>
              <a:buSzTx/>
              <a:buFont typeface="Wingdings" pitchFamily="2" charset="2"/>
              <a:buNone/>
              <a:tabLst/>
              <a:defRPr sz="1100" baseline="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marL="0" marR="0" lvl="0" indent="0" algn="l" defTabSz="9143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2582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de-AT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Hier Adressdaten eingeben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60B22D8-19A8-4750-AD83-286C35A4BCEC}" type="datetime1">
              <a:rPr lang="de-AT" smtClean="0"/>
              <a:t>18.04.2026</a:t>
            </a:fld>
            <a:endParaRPr lang="de-AT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AT" dirty="0"/>
              <a:t>Fusszeile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de-AT" dirty="0"/>
              <a:t>SEITE </a:t>
            </a:r>
            <a:fld id="{BE3DC40E-DBBE-4E2D-9EEC-FBF0DA0E9179}" type="slidenum">
              <a:rPr lang="de-AT" smtClean="0"/>
              <a:t>‹#›</a:t>
            </a:fld>
            <a:endParaRPr lang="de-AT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E3A7D816-8143-4089-A674-7FBE2F1D70EC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711621" y="288569"/>
            <a:ext cx="1170000" cy="617280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344613"/>
            <a:ext cx="7764463" cy="3859212"/>
          </a:xfrm>
          <a:prstGeom prst="rect">
            <a:avLst/>
          </a:prstGeom>
        </p:spPr>
        <p:txBody>
          <a:bodyPr vert="horz" lIns="0" tIns="45715" rIns="0" bIns="45715" rtlCol="0">
            <a:normAutofit/>
          </a:bodyPr>
          <a:lstStyle/>
          <a:p>
            <a:pPr lvl="0"/>
            <a:r>
              <a:rPr lang="de-AT" dirty="0"/>
              <a:t>Textmasterformate durch Klicken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 userDrawn="1">
            <p:ph type="ftr" sz="quarter" idx="3"/>
          </p:nvPr>
        </p:nvSpPr>
        <p:spPr>
          <a:xfrm>
            <a:off x="1354561" y="5412059"/>
            <a:ext cx="3217443" cy="258085"/>
          </a:xfrm>
          <a:prstGeom prst="rect">
            <a:avLst/>
          </a:prstGeom>
        </p:spPr>
        <p:txBody>
          <a:bodyPr vert="horz" lIns="91431" tIns="45715" rIns="91431" bIns="45715" rtlCol="0" anchor="ctr"/>
          <a:lstStyle>
            <a:lvl1pPr algn="l">
              <a:defRPr sz="80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 dirty="0"/>
              <a:t>Fusszeile</a:t>
            </a:r>
          </a:p>
        </p:txBody>
      </p:sp>
      <p:sp>
        <p:nvSpPr>
          <p:cNvPr id="6" name="Foliennummernplatzhalter 5"/>
          <p:cNvSpPr>
            <a:spLocks noGrp="1"/>
          </p:cNvSpPr>
          <p:nvPr userDrawn="1">
            <p:ph type="sldNum" sz="quarter" idx="4"/>
          </p:nvPr>
        </p:nvSpPr>
        <p:spPr>
          <a:xfrm>
            <a:off x="462407" y="5412059"/>
            <a:ext cx="892150" cy="258085"/>
          </a:xfrm>
          <a:prstGeom prst="rect">
            <a:avLst/>
          </a:prstGeom>
        </p:spPr>
        <p:txBody>
          <a:bodyPr vert="horz" lIns="0" tIns="45715" rIns="0" bIns="45715" rtlCol="0" anchor="ctr"/>
          <a:lstStyle>
            <a:lvl1pPr algn="l">
              <a:defRPr sz="80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 dirty="0"/>
              <a:t>SEITE </a:t>
            </a:r>
            <a:fld id="{BE3DC40E-DBBE-4E2D-9EEC-FBF0DA0E9179}" type="slidenum">
              <a:rPr lang="de-AT" smtClean="0"/>
              <a:pPr/>
              <a:t>‹#›</a:t>
            </a:fld>
            <a:endParaRPr lang="de-AT" dirty="0"/>
          </a:p>
        </p:txBody>
      </p:sp>
      <p:sp>
        <p:nvSpPr>
          <p:cNvPr id="7" name="Datumsplatzhalter 6"/>
          <p:cNvSpPr>
            <a:spLocks noGrp="1"/>
          </p:cNvSpPr>
          <p:nvPr userDrawn="1">
            <p:ph type="dt" sz="half" idx="2"/>
          </p:nvPr>
        </p:nvSpPr>
        <p:spPr>
          <a:xfrm>
            <a:off x="5745181" y="5412059"/>
            <a:ext cx="987407" cy="258085"/>
          </a:xfrm>
          <a:prstGeom prst="rect">
            <a:avLst/>
          </a:prstGeom>
        </p:spPr>
        <p:txBody>
          <a:bodyPr vert="horz" lIns="0" tIns="45715" rIns="0" bIns="45715" rtlCol="0" anchor="ctr"/>
          <a:lstStyle>
            <a:lvl1pPr algn="r">
              <a:defRPr lang="de-DE" sz="800" kern="1200" cap="all" baseline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F16FBD4-A1A0-4C0D-8ECA-591A550A295A}" type="datetime1">
              <a:rPr lang="de-AT" smtClean="0"/>
              <a:pPr/>
              <a:t>18.04.2026</a:t>
            </a:fld>
            <a:endParaRPr lang="de-AT" dirty="0"/>
          </a:p>
        </p:txBody>
      </p:sp>
      <p:sp>
        <p:nvSpPr>
          <p:cNvPr id="18" name="Rechteck 17"/>
          <p:cNvSpPr/>
          <p:nvPr userDrawn="1"/>
        </p:nvSpPr>
        <p:spPr bwMode="gray">
          <a:xfrm>
            <a:off x="0" y="1043522"/>
            <a:ext cx="9144000" cy="25200"/>
          </a:xfrm>
          <a:prstGeom prst="rect">
            <a:avLst/>
          </a:prstGeom>
          <a:solidFill>
            <a:srgbClr val="0C94B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      </a:t>
            </a:r>
          </a:p>
        </p:txBody>
      </p:sp>
      <p:sp>
        <p:nvSpPr>
          <p:cNvPr id="15" name="Titelplatzhalter 14"/>
          <p:cNvSpPr>
            <a:spLocks noGrp="1"/>
          </p:cNvSpPr>
          <p:nvPr userDrawn="1">
            <p:ph type="title"/>
          </p:nvPr>
        </p:nvSpPr>
        <p:spPr bwMode="auto">
          <a:xfrm>
            <a:off x="462408" y="139700"/>
            <a:ext cx="6840000" cy="90382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de-AT" dirty="0"/>
              <a:t>Titelmasterformat durch </a:t>
            </a:r>
            <a:br>
              <a:rPr lang="de-AT" dirty="0"/>
            </a:br>
            <a:r>
              <a:rPr lang="de-AT" dirty="0"/>
              <a:t>Klicken bearbeiten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29F41FE-2827-48CB-9F30-E0C597752410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613" y="5359721"/>
            <a:ext cx="1318058" cy="2121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3" r:id="rId3"/>
    <p:sldLayoutId id="2147483675" r:id="rId4"/>
    <p:sldLayoutId id="2147483676" r:id="rId5"/>
    <p:sldLayoutId id="2147483686" r:id="rId6"/>
    <p:sldLayoutId id="2147483687" r:id="rId7"/>
    <p:sldLayoutId id="2147483681" r:id="rId8"/>
    <p:sldLayoutId id="2147483682" r:id="rId9"/>
    <p:sldLayoutId id="2147483688" r:id="rId10"/>
    <p:sldLayoutId id="2147483691" r:id="rId11"/>
    <p:sldLayoutId id="2147483664" r:id="rId12"/>
    <p:sldLayoutId id="2147483667" r:id="rId13"/>
    <p:sldLayoutId id="2147483668" r:id="rId14"/>
    <p:sldLayoutId id="2147483670" r:id="rId15"/>
  </p:sldLayoutIdLst>
  <p:transition>
    <p:fade/>
  </p:transition>
  <p:hf hdr="0" dt="0"/>
  <p:txStyles>
    <p:titleStyle>
      <a:lvl1pPr algn="l" defTabSz="914306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Georgia" charset="0"/>
          <a:ea typeface="Georgia" charset="0"/>
          <a:cs typeface="Georgia" charset="0"/>
        </a:defRPr>
      </a:lvl1pPr>
    </p:titleStyle>
    <p:bodyStyle>
      <a:lvl1pPr marL="266700" indent="-266700" algn="l" defTabSz="914306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39750" indent="-273050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SzPct val="100000"/>
        <a:buFont typeface="Wingdings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14388" indent="-273050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74738" indent="-266700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Font typeface="Wingdings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41438" indent="-263525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Font typeface="Wingdings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3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96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0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03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3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6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0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3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67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0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73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27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8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5179" userDrawn="1">
          <p15:clr>
            <a:srgbClr val="F26B43"/>
          </p15:clr>
        </p15:guide>
        <p15:guide id="5" pos="5467" userDrawn="1">
          <p15:clr>
            <a:srgbClr val="F26B43"/>
          </p15:clr>
        </p15:guide>
        <p15:guide id="7" orient="horz" pos="3278" userDrawn="1">
          <p15:clr>
            <a:srgbClr val="F26B43"/>
          </p15:clr>
        </p15:guide>
        <p15:guide id="9" orient="horz" pos="182" userDrawn="1">
          <p15:clr>
            <a:srgbClr val="F26B43"/>
          </p15:clr>
        </p15:guide>
        <p15:guide id="10" orient="horz" pos="847" userDrawn="1">
          <p15:clr>
            <a:srgbClr val="F26B43"/>
          </p15:clr>
        </p15:guide>
        <p15:guide id="11" orient="horz" pos="35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ctrTitle"/>
          </p:nvPr>
        </p:nvSpPr>
        <p:spPr>
          <a:xfrm>
            <a:off x="605405" y="1301365"/>
            <a:ext cx="5487111" cy="1026000"/>
          </a:xfrm>
        </p:spPr>
        <p:txBody>
          <a:bodyPr/>
          <a:lstStyle/>
          <a:p>
            <a:r>
              <a:rPr lang="en-AT" dirty="0"/>
              <a:t>Tree Detection</a:t>
            </a:r>
            <a:endParaRPr lang="de-AT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infrared.city-1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1"/>
          </p:nvPr>
        </p:nvSpPr>
        <p:spPr>
          <a:xfrm>
            <a:off x="287338" y="2695204"/>
            <a:ext cx="3392933" cy="956773"/>
          </a:xfrm>
        </p:spPr>
        <p:txBody>
          <a:bodyPr tIns="108000" bIns="108000"/>
          <a:lstStyle/>
          <a:p>
            <a:r>
              <a:rPr lang="pt-BR" dirty="0"/>
              <a:t>Moritz H</a:t>
            </a:r>
            <a:r>
              <a:rPr lang="en-AT" dirty="0"/>
              <a:t>ö</a:t>
            </a:r>
            <a:r>
              <a:rPr lang="pt-BR" dirty="0"/>
              <a:t>rmansdorfer</a:t>
            </a:r>
            <a:br>
              <a:rPr lang="en-AT" dirty="0"/>
            </a:br>
            <a:r>
              <a:rPr lang="pt-BR" dirty="0"/>
              <a:t>Sara Klasov</a:t>
            </a:r>
            <a:r>
              <a:rPr lang="en-AT" dirty="0"/>
              <a:t>á</a:t>
            </a:r>
            <a:r>
              <a:rPr lang="pt-BR" dirty="0"/>
              <a:t> </a:t>
            </a:r>
            <a:br>
              <a:rPr lang="en-AT" dirty="0"/>
            </a:br>
            <a:r>
              <a:rPr lang="pt-BR" dirty="0"/>
              <a:t>Dominik Oberhumer </a:t>
            </a:r>
            <a:br>
              <a:rPr lang="en-AT" dirty="0"/>
            </a:br>
            <a:r>
              <a:rPr lang="pt-BR" dirty="0"/>
              <a:t>Nina Salnikow</a:t>
            </a:r>
            <a:endParaRPr lang="de-AT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AT" dirty="0"/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198723101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694357-503C-B614-1EED-799201F2002E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462019" y="1344613"/>
            <a:ext cx="7759644" cy="385390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T" dirty="0"/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T" dirty="0"/>
              <a:t>Project Outline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T" dirty="0"/>
              <a:t>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T" dirty="0"/>
              <a:t>ML Pipeline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T" dirty="0"/>
              <a:t>Problems</a:t>
            </a:r>
          </a:p>
          <a:p>
            <a:pPr>
              <a:buFont typeface="Arial" panose="020B0604020202020204" pitchFamily="34" charset="0"/>
              <a:buChar char="•"/>
            </a:pPr>
            <a:endParaRPr lang="en-AT" dirty="0"/>
          </a:p>
          <a:p>
            <a:pPr>
              <a:buFont typeface="Arial" panose="020B0604020202020204" pitchFamily="34" charset="0"/>
              <a:buChar char="•"/>
            </a:pPr>
            <a:endParaRPr lang="de-AT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4F789658-D253-D456-807A-8FA25B857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2407" y="5412059"/>
            <a:ext cx="892150" cy="25808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AT" dirty="0"/>
              <a:t>SEITE </a:t>
            </a:r>
            <a:fld id="{BE3DC40E-DBBE-4E2D-9EEC-FBF0DA0E9179}" type="slidenum">
              <a:rPr lang="de-AT" smtClean="0"/>
              <a:pPr>
                <a:spcAft>
                  <a:spcPts val="600"/>
                </a:spcAft>
              </a:pPr>
              <a:t>2</a:t>
            </a:fld>
            <a:endParaRPr lang="de-AT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8C4412-78CF-CAC3-B202-CF9A939C8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08" y="139700"/>
            <a:ext cx="6840000" cy="903822"/>
          </a:xfrm>
        </p:spPr>
        <p:txBody>
          <a:bodyPr anchor="ctr">
            <a:normAutofit/>
          </a:bodyPr>
          <a:lstStyle/>
          <a:p>
            <a:r>
              <a:rPr lang="de-AT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98212014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D6CCD093-8E48-7105-9335-0C6CF03475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338" y="2941638"/>
            <a:ext cx="4284662" cy="62088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78A38ED-D965-8D8C-CE06-352C31746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406" y="1301365"/>
            <a:ext cx="5436000" cy="1026000"/>
          </a:xfrm>
        </p:spPr>
        <p:txBody>
          <a:bodyPr anchor="ctr">
            <a:normAutofit/>
          </a:bodyPr>
          <a:lstStyle/>
          <a:p>
            <a:r>
              <a:rPr lang="en-AT" dirty="0"/>
              <a:t>Introduction</a:t>
            </a:r>
            <a:endParaRPr lang="de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372F8-276C-039B-1BC1-220CF67F7CB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62407" y="5412059"/>
            <a:ext cx="892150" cy="25808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AT"/>
              <a:t>SEITE </a:t>
            </a:r>
            <a:fld id="{BE3DC40E-DBBE-4E2D-9EEC-FBF0DA0E9179}" type="slidenum">
              <a:rPr lang="de-AT" smtClean="0"/>
              <a:pPr>
                <a:spcAft>
                  <a:spcPts val="600"/>
                </a:spcAft>
              </a:pPr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4814894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Split-view photograph contrasting two urban scenes: left side shows a city street under heavy smog with orange sky and visible heat waves rising from buildings, indicating severe air pollution; right side depicts the same street on a clear day with blue sky, abundant green trees lining the road, and clean air. The comparison highlights environmental impact of pollution versus benefits of urban greenery and clean atmosphere.">
            <a:extLst>
              <a:ext uri="{FF2B5EF4-FFF2-40B4-BE49-F238E27FC236}">
                <a16:creationId xmlns:a16="http://schemas.microsoft.com/office/drawing/2014/main" id="{817AE94E-8767-9C78-711A-EC85BA29A4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8870" r="-1" b="-1"/>
          <a:stretch>
            <a:fillRect/>
          </a:stretch>
        </p:blipFill>
        <p:spPr>
          <a:xfrm>
            <a:off x="551310" y="1194067"/>
            <a:ext cx="7759644" cy="385390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3F5F5-7299-FF75-DEFE-16913BEC7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2407" y="5412059"/>
            <a:ext cx="892150" cy="25808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AT"/>
              <a:t>SEITE </a:t>
            </a:r>
            <a:fld id="{BE3DC40E-DBBE-4E2D-9EEC-FBF0DA0E9179}" type="slidenum">
              <a:rPr lang="de-AT" smtClean="0"/>
              <a:pPr>
                <a:spcAft>
                  <a:spcPts val="600"/>
                </a:spcAft>
              </a:pPr>
              <a:t>4</a:t>
            </a:fld>
            <a:endParaRPr lang="de-AT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0F9EB10-CE87-797F-8568-E2D1C7AF7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08" y="139700"/>
            <a:ext cx="6840000" cy="903822"/>
          </a:xfrm>
        </p:spPr>
        <p:txBody>
          <a:bodyPr anchor="ctr">
            <a:normAutofit/>
          </a:bodyPr>
          <a:lstStyle/>
          <a:p>
            <a:r>
              <a:rPr lang="en-AT" dirty="0"/>
              <a:t>Introduction - Problem</a:t>
            </a:r>
            <a:endParaRPr lang="de-AT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470621-219C-1C1A-B415-66961CFA28B3}"/>
              </a:ext>
            </a:extLst>
          </p:cNvPr>
          <p:cNvSpPr txBox="1"/>
          <p:nvPr/>
        </p:nvSpPr>
        <p:spPr>
          <a:xfrm>
            <a:off x="5452353" y="5047972"/>
            <a:ext cx="29995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sz="1000" dirty="0"/>
              <a:t>Generated by Nano Banana 2 (18.04.2026)</a:t>
            </a:r>
            <a:endParaRPr lang="de-AT" sz="1000" dirty="0"/>
          </a:p>
        </p:txBody>
      </p:sp>
    </p:spTree>
    <p:extLst>
      <p:ext uri="{BB962C8B-B14F-4D97-AF65-F5344CB8AC3E}">
        <p14:creationId xmlns:p14="http://schemas.microsoft.com/office/powerpoint/2010/main" val="209624929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D100B-FEDE-01FA-15CF-FE363BF16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0998CE-9581-AABF-DCF5-DEF07AAE9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 err="1"/>
              <a:t>Infrared.city</a:t>
            </a:r>
            <a:endParaRPr lang="en-AT" dirty="0"/>
          </a:p>
          <a:p>
            <a:pPr lvl="1"/>
            <a:r>
              <a:rPr lang="de-AT" dirty="0"/>
              <a:t>C</a:t>
            </a:r>
            <a:r>
              <a:rPr lang="en-AT" dirty="0" err="1"/>
              <a:t>limate</a:t>
            </a:r>
            <a:r>
              <a:rPr lang="en-AT" dirty="0"/>
              <a:t> simulation platform</a:t>
            </a:r>
          </a:p>
          <a:p>
            <a:pPr lvl="1"/>
            <a:r>
              <a:rPr lang="en-AT" dirty="0"/>
              <a:t>AI-powered</a:t>
            </a:r>
          </a:p>
          <a:p>
            <a:pPr lvl="1"/>
            <a:r>
              <a:rPr lang="en-AT" dirty="0"/>
              <a:t>Simulates: thermal stress, wind comfort, etc.</a:t>
            </a:r>
          </a:p>
          <a:p>
            <a:pPr lvl="1"/>
            <a:r>
              <a:rPr lang="de-AT" dirty="0"/>
              <a:t>U</a:t>
            </a:r>
            <a:r>
              <a:rPr lang="en-AT" dirty="0" err="1"/>
              <a:t>sed</a:t>
            </a:r>
            <a:r>
              <a:rPr lang="en-AT" dirty="0"/>
              <a:t> by: architects, city government, etc.</a:t>
            </a:r>
          </a:p>
          <a:p>
            <a:pPr lvl="1"/>
            <a:endParaRPr lang="en-AT" dirty="0"/>
          </a:p>
          <a:p>
            <a:r>
              <a:rPr lang="en-AT" dirty="0"/>
              <a:t>Previous projects</a:t>
            </a:r>
          </a:p>
          <a:p>
            <a:pPr lvl="1"/>
            <a:r>
              <a:rPr lang="en-AT" dirty="0"/>
              <a:t>Detected Flood Risk</a:t>
            </a:r>
          </a:p>
          <a:p>
            <a:pPr lvl="1"/>
            <a:r>
              <a:rPr lang="de-AT" dirty="0"/>
              <a:t>D</a:t>
            </a:r>
            <a:r>
              <a:rPr lang="en-AT" dirty="0" err="1"/>
              <a:t>etected</a:t>
            </a:r>
            <a:r>
              <a:rPr lang="en-AT" dirty="0"/>
              <a:t> Greenspace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FDE91-CCD3-18A2-BE6E-4A1B011C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AT"/>
              <a:t>SEITE </a:t>
            </a:r>
            <a:fld id="{BE3DC40E-DBBE-4E2D-9EEC-FBF0DA0E9179}" type="slidenum">
              <a:rPr lang="de-AT" smtClean="0"/>
              <a:t>5</a:t>
            </a:fld>
            <a:endParaRPr lang="de-AT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B909EC-5B0E-DDEA-8EC7-3BF2DEB0B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Introduction - Context</a:t>
            </a:r>
            <a:endParaRPr lang="de-AT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C00A30-799E-969A-6BD8-EFE8CE99D9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385" y="1417198"/>
            <a:ext cx="4693596" cy="67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7392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Footer Placeholder 3">
            <a:extLst>
              <a:ext uri="{FF2B5EF4-FFF2-40B4-BE49-F238E27FC236}">
                <a16:creationId xmlns:a16="http://schemas.microsoft.com/office/drawing/2014/main" id="{65B59FCF-21AC-54CD-B0B2-A11ED162F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54561" y="5412059"/>
            <a:ext cx="3217443" cy="25808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AT"/>
              <a:t>Fusszeile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50EA5-2055-EE81-72DE-79F3DC45E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2407" y="5412059"/>
            <a:ext cx="892150" cy="25808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AT"/>
              <a:t>SEITE </a:t>
            </a:r>
            <a:fld id="{BE3DC40E-DBBE-4E2D-9EEC-FBF0DA0E9179}" type="slidenum">
              <a:rPr lang="de-AT" smtClean="0"/>
              <a:pPr>
                <a:spcAft>
                  <a:spcPts val="600"/>
                </a:spcAft>
              </a:pPr>
              <a:t>6</a:t>
            </a:fld>
            <a:endParaRPr lang="de-AT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724D8D-8F49-F6D8-7959-06B7DCFC7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08" y="139700"/>
            <a:ext cx="6840000" cy="903822"/>
          </a:xfrm>
        </p:spPr>
        <p:txBody>
          <a:bodyPr anchor="ctr">
            <a:normAutofit/>
          </a:bodyPr>
          <a:lstStyle/>
          <a:p>
            <a:r>
              <a:rPr lang="en-AT" dirty="0"/>
              <a:t>Introduction – Project Outline</a:t>
            </a:r>
            <a:endParaRPr lang="de-AT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262296DC-0530-78F7-605F-BD422EC054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6511726"/>
              </p:ext>
            </p:extLst>
          </p:nvPr>
        </p:nvGraphicFramePr>
        <p:xfrm>
          <a:off x="462019" y="1344613"/>
          <a:ext cx="7759644" cy="38539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8090264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A9787-3D65-3BEC-6313-2A969AFE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51A5E02-4242-D600-A920-0DAB419AC7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338" y="2941638"/>
            <a:ext cx="4284662" cy="62088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1D3E41C-4FB2-0BCD-907D-CEAE3AA9E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406" y="1301365"/>
            <a:ext cx="5436000" cy="1026000"/>
          </a:xfrm>
        </p:spPr>
        <p:txBody>
          <a:bodyPr anchor="ctr">
            <a:normAutofit/>
          </a:bodyPr>
          <a:lstStyle/>
          <a:p>
            <a:r>
              <a:rPr lang="en-AT" dirty="0"/>
              <a:t>Data</a:t>
            </a:r>
            <a:endParaRPr lang="de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DD7BD-0339-92CF-FB96-5FB245E924C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62407" y="5412059"/>
            <a:ext cx="892150" cy="25808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AT"/>
              <a:t>SEITE </a:t>
            </a:r>
            <a:fld id="{BE3DC40E-DBBE-4E2D-9EEC-FBF0DA0E9179}" type="slidenum">
              <a:rPr lang="de-AT" smtClean="0"/>
              <a:pPr>
                <a:spcAft>
                  <a:spcPts val="600"/>
                </a:spcAft>
              </a:pPr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5363362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2E7214-4F08-BCA5-CB79-65FC9D811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Nina</a:t>
            </a:r>
            <a:endParaRPr lang="de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74743-AD10-D86E-4282-53F1AD842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AT"/>
              <a:t>SEITE </a:t>
            </a:r>
            <a:fld id="{BE3DC40E-DBBE-4E2D-9EEC-FBF0DA0E9179}" type="slidenum">
              <a:rPr lang="de-AT" smtClean="0"/>
              <a:t>8</a:t>
            </a:fld>
            <a:endParaRPr lang="de-AT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CE097C4-4CD3-17AD-A19F-A83E6249D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Data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6109343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52552-A00A-904C-7C5B-1060AC6B9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DEE036EB-28F2-D729-CAF5-479DBCDF23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338" y="2941638"/>
            <a:ext cx="4284662" cy="62088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14F809-7769-243A-89F5-C8A05A3B24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406" y="1301365"/>
            <a:ext cx="5436000" cy="1026000"/>
          </a:xfrm>
        </p:spPr>
        <p:txBody>
          <a:bodyPr anchor="ctr">
            <a:normAutofit/>
          </a:bodyPr>
          <a:lstStyle/>
          <a:p>
            <a:r>
              <a:rPr lang="en-AT" dirty="0"/>
              <a:t>EDA</a:t>
            </a:r>
            <a:endParaRPr lang="de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C7969-4824-F50A-DB54-40F24F006B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62407" y="5412059"/>
            <a:ext cx="892150" cy="25808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AT"/>
              <a:t>SEITE </a:t>
            </a:r>
            <a:fld id="{BE3DC40E-DBBE-4E2D-9EEC-FBF0DA0E9179}" type="slidenum">
              <a:rPr lang="de-AT" smtClean="0"/>
              <a:pPr>
                <a:spcAft>
                  <a:spcPts val="600"/>
                </a:spcAft>
              </a:pPr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0791764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2892A8-59FD-BDE2-5C31-E8A339179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Sara</a:t>
            </a:r>
            <a:endParaRPr lang="de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B74D9-3E76-D0C8-63E6-C2C85C9B0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AT"/>
              <a:t>SEITE </a:t>
            </a:r>
            <a:fld id="{BE3DC40E-DBBE-4E2D-9EEC-FBF0DA0E9179}" type="slidenum">
              <a:rPr lang="de-AT" smtClean="0"/>
              <a:t>10</a:t>
            </a:fld>
            <a:endParaRPr lang="de-AT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60DEAA2-3E85-9897-D9BB-34B7F9CC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EDA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16709902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18064-ED54-24FD-9DDA-6A49A4C1D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E7777D16-03AB-0A96-7198-944DB3591A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338" y="2941638"/>
            <a:ext cx="4284662" cy="62088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39B1456-DDC3-2B4C-B3DD-340D9058C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406" y="1301365"/>
            <a:ext cx="5436000" cy="1026000"/>
          </a:xfrm>
        </p:spPr>
        <p:txBody>
          <a:bodyPr anchor="ctr">
            <a:normAutofit/>
          </a:bodyPr>
          <a:lstStyle/>
          <a:p>
            <a:r>
              <a:rPr lang="en-AT" dirty="0"/>
              <a:t>ML Pipeline</a:t>
            </a:r>
            <a:endParaRPr lang="de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B18E5-A68F-3E1A-0FF7-783324C416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62407" y="5412059"/>
            <a:ext cx="892150" cy="25808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AT"/>
              <a:t>SEITE </a:t>
            </a:r>
            <a:fld id="{BE3DC40E-DBBE-4E2D-9EEC-FBF0DA0E9179}" type="slidenum">
              <a:rPr lang="de-AT" smtClean="0"/>
              <a:pPr>
                <a:spcAft>
                  <a:spcPts val="600"/>
                </a:spcAft>
              </a:pPr>
              <a:t>11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258139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82311F-B799-E5F3-5922-87F2BC984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Moritz</a:t>
            </a:r>
            <a:endParaRPr lang="de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66076-D74B-486C-F520-9051D41D4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AT"/>
              <a:t>SEITE </a:t>
            </a:r>
            <a:fld id="{BE3DC40E-DBBE-4E2D-9EEC-FBF0DA0E9179}" type="slidenum">
              <a:rPr lang="de-AT" smtClean="0"/>
              <a:t>12</a:t>
            </a:fld>
            <a:endParaRPr lang="de-AT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6D4E55-CBA9-89D7-0CE9-EF7E41234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Pipeline, Implementation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51671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9199E9-7453-F47B-9446-81F386FB0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Moritz</a:t>
            </a:r>
            <a:endParaRPr lang="de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B0CDD-22CD-F2C3-CDA9-CB13E4649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AT"/>
              <a:t>SEITE </a:t>
            </a:r>
            <a:fld id="{BE3DC40E-DBBE-4E2D-9EEC-FBF0DA0E9179}" type="slidenum">
              <a:rPr lang="de-AT" smtClean="0"/>
              <a:t>13</a:t>
            </a:fld>
            <a:endParaRPr lang="de-AT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0B34AEE-C292-F9D9-E0D1-5FCDC4503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Problems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2891325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9693A6-9344-C5E4-3755-8973C9E05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C2F18-AA5F-703D-E941-865891491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AT"/>
              <a:t>SEITE </a:t>
            </a:r>
            <a:fld id="{BE3DC40E-DBBE-4E2D-9EEC-FBF0DA0E9179}" type="slidenum">
              <a:rPr lang="de-AT" smtClean="0"/>
              <a:t>14</a:t>
            </a:fld>
            <a:endParaRPr lang="de-AT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17993FF-05FC-40D7-1E06-61B1A287D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Discussion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722022222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LANGUAGE" val="German Austria"/>
</p:tagLst>
</file>

<file path=ppt/theme/theme1.xml><?xml version="1.0" encoding="utf-8"?>
<a:theme xmlns:a="http://schemas.openxmlformats.org/drawingml/2006/main" name="WU 16:10">
  <a:themeElements>
    <a:clrScheme name="WU">
      <a:dk1>
        <a:srgbClr val="000000"/>
      </a:dk1>
      <a:lt1>
        <a:srgbClr val="FFFFFF"/>
      </a:lt1>
      <a:dk2>
        <a:srgbClr val="002350"/>
      </a:dk2>
      <a:lt2>
        <a:srgbClr val="E5F5FA"/>
      </a:lt2>
      <a:accent1>
        <a:srgbClr val="0096D3"/>
      </a:accent1>
      <a:accent2>
        <a:srgbClr val="002350"/>
      </a:accent2>
      <a:accent3>
        <a:srgbClr val="4B2582"/>
      </a:accent3>
      <a:accent4>
        <a:srgbClr val="457AA0"/>
      </a:accent4>
      <a:accent5>
        <a:srgbClr val="A592C0"/>
      </a:accent5>
      <a:accent6>
        <a:srgbClr val="80CFE9"/>
      </a:accent6>
      <a:hlink>
        <a:srgbClr val="405A7C"/>
      </a:hlink>
      <a:folHlink>
        <a:srgbClr val="0082AA"/>
      </a:folHlink>
    </a:clrScheme>
    <a:fontScheme name="WU neu">
      <a:majorFont>
        <a:latin typeface="Georgi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WU Farbschema neu">
        <a:dk1>
          <a:srgbClr val="000000"/>
        </a:dk1>
        <a:lt1>
          <a:sysClr val="window" lastClr="FFFFFF"/>
        </a:lt1>
        <a:dk2>
          <a:srgbClr val="002E60"/>
        </a:dk2>
        <a:lt2>
          <a:srgbClr val="E5F5FA"/>
        </a:lt2>
        <a:accent1>
          <a:srgbClr val="0096D3"/>
        </a:accent1>
        <a:accent2>
          <a:srgbClr val="002E60"/>
        </a:accent2>
        <a:accent3>
          <a:srgbClr val="532481"/>
        </a:accent3>
        <a:accent4>
          <a:srgbClr val="457AA0"/>
        </a:accent4>
        <a:accent5>
          <a:srgbClr val="A991C0"/>
        </a:accent5>
        <a:accent6>
          <a:srgbClr val="7FCAE9"/>
        </a:accent6>
        <a:hlink>
          <a:srgbClr val="406288"/>
        </a:hlink>
        <a:folHlink>
          <a:srgbClr val="008F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WU Musterpräsentation 16x10.potx" id="{89FEFAF3-4721-453B-9DDB-5601F7C9FC5D}" vid="{640991EF-C554-4C4C-9E8E-1E5B46439C74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ategorie xmlns="dde413db-0745-4f3a-8dca-564dc7ff6f7d">Präsentationen</Kategorie>
    <Beschreibung xmlns="dde413db-0745-4f3a-8dca-564dc7ff6f7d">Musterpräsentation im Format 16:10 (= WU Standard)</Beschreibung>
    <TaxCatchAll xmlns="08b0a3ee-3d2a-451c-9a1a-7e5d5b0c9c77">
      <Value>266</Value>
      <Value>403</Value>
    </TaxCatchAll>
    <DokumentenartTaxHTField0 xmlns="1a8d9a65-8471-4209-a900-f8e11db75e0a">
      <Terms xmlns="http://schemas.microsoft.com/office/infopath/2007/PartnerControls">
        <TermInfo xmlns="http://schemas.microsoft.com/office/infopath/2007/PartnerControls">
          <TermName xmlns="http://schemas.microsoft.com/office/infopath/2007/PartnerControls">Vorlagen</TermName>
          <TermId xmlns="http://schemas.microsoft.com/office/infopath/2007/PartnerControls">17fc50ed-8ad1-47be-ab12-04243fd74ddb</TermId>
        </TermInfo>
      </Terms>
    </DokumentenartTaxHTField0>
    <WU_x0020_ThemaTaxHTField0 xmlns="1a8d9a65-8471-4209-a900-f8e11db75e0a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Corporate Design</TermName>
          <TermId xmlns="http://schemas.microsoft.com/office/infopath/2007/PartnerControls">19895bcd-b158-45ae-ab7b-f5ca217dfcec</TermId>
        </TermInfo>
      </Terms>
    </WU_x0020_ThemaTaxHTField0>
    <Format xmlns="dde413db-0745-4f3a-8dca-564dc7ff6f7d">Microsoft Office 2013/2016</Format>
    <SharedWithUsers xmlns="08b0a3ee-3d2a-451c-9a1a-7e5d5b0c9c77">
      <UserInfo>
        <DisplayName>Hernandez Perez, Laura</DisplayName>
        <AccountId>6100</AccountId>
        <AccountType/>
      </UserInfo>
      <UserInfo>
        <DisplayName>Hermann, Anett</DisplayName>
        <AccountId>2869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CF651A35DF3154DB01328AF51148DAE" ma:contentTypeVersion="2" ma:contentTypeDescription="Ein neues Dokument erstellen." ma:contentTypeScope="" ma:versionID="b5ccb5bb211b6ddcc624790d84f2bb9f">
  <xsd:schema xmlns:xsd="http://www.w3.org/2001/XMLSchema" xmlns:xs="http://www.w3.org/2001/XMLSchema" xmlns:p="http://schemas.microsoft.com/office/2006/metadata/properties" xmlns:ns2="1a8d9a65-8471-4209-a900-f8e11db75e0a" xmlns:ns3="08b0a3ee-3d2a-451c-9a1a-7e5d5b0c9c77" xmlns:ns4="dde413db-0745-4f3a-8dca-564dc7ff6f7d" targetNamespace="http://schemas.microsoft.com/office/2006/metadata/properties" ma:root="true" ma:fieldsID="046596c9011a87760a505164f9d920d3" ns2:_="" ns3:_="" ns4:_="">
    <xsd:import namespace="1a8d9a65-8471-4209-a900-f8e11db75e0a"/>
    <xsd:import namespace="08b0a3ee-3d2a-451c-9a1a-7e5d5b0c9c77"/>
    <xsd:import namespace="dde413db-0745-4f3a-8dca-564dc7ff6f7d"/>
    <xsd:element name="properties">
      <xsd:complexType>
        <xsd:sequence>
          <xsd:element name="documentManagement">
            <xsd:complexType>
              <xsd:all>
                <xsd:element ref="ns2:WU_x0020_ThemaTaxHTField0" minOccurs="0"/>
                <xsd:element ref="ns3:TaxCatchAll" minOccurs="0"/>
                <xsd:element ref="ns2:DokumentenartTaxHTField0" minOccurs="0"/>
                <xsd:element ref="ns4:Beschreibung" minOccurs="0"/>
                <xsd:element ref="ns4:Format" minOccurs="0"/>
                <xsd:element ref="ns4:Kategori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8d9a65-8471-4209-a900-f8e11db75e0a" elementFormDefault="qualified">
    <xsd:import namespace="http://schemas.microsoft.com/office/2006/documentManagement/types"/>
    <xsd:import namespace="http://schemas.microsoft.com/office/infopath/2007/PartnerControls"/>
    <xsd:element name="WU_x0020_ThemaTaxHTField0" ma:index="9" nillable="true" ma:taxonomy="true" ma:internalName="WU_x0020_ThemaTaxHTField0" ma:taxonomyFieldName="WU_x0020_Thema" ma:displayName="Schlagwort" ma:default="" ma:fieldId="{a2eb3201-e251-4055-97e9-466604fc777f}" ma:taxonomyMulti="true" ma:sspId="59da4ae5-1217-4de6-bd64-b7a740f353bb" ma:termSetId="c1edca97-812b-4584-b6b5-1e5cade81ca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DokumentenartTaxHTField0" ma:index="12" nillable="true" ma:taxonomy="true" ma:internalName="DokumentenartTaxHTField0" ma:taxonomyFieldName="Dokumentenart" ma:displayName="Dokumentenart" ma:default="" ma:fieldId="{0f2e647f-32b7-4850-b6be-ae358ed71e70}" ma:taxonomyMulti="true" ma:sspId="59da4ae5-1217-4de6-bd64-b7a740f353bb" ma:termSetId="325756d7-e24e-4b6f-ba71-3f779d34c1ea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b0a3ee-3d2a-451c-9a1a-7e5d5b0c9c7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description="" ma:hidden="true" ma:list="{6a103bb8-3913-4e3b-a229-080a76572464}" ma:internalName="TaxCatchAll" ma:showField="CatchAllData" ma:web="08b0a3ee-3d2a-451c-9a1a-7e5d5b0c9c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Freigegeben für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e413db-0745-4f3a-8dca-564dc7ff6f7d" elementFormDefault="qualified">
    <xsd:import namespace="http://schemas.microsoft.com/office/2006/documentManagement/types"/>
    <xsd:import namespace="http://schemas.microsoft.com/office/infopath/2007/PartnerControls"/>
    <xsd:element name="Beschreibung" ma:index="13" nillable="true" ma:displayName="Beschreibung" ma:internalName="Beschreibung">
      <xsd:simpleType>
        <xsd:restriction base="dms:Note">
          <xsd:maxLength value="255"/>
        </xsd:restriction>
      </xsd:simpleType>
    </xsd:element>
    <xsd:element name="Format" ma:index="14" nillable="true" ma:displayName="Format" ma:format="Dropdown" ma:internalName="Format">
      <xsd:simpleType>
        <xsd:union memberTypes="dms:Text">
          <xsd:simpleType>
            <xsd:restriction base="dms:Choice">
              <xsd:enumeration value="LaTeX"/>
              <xsd:enumeration value="Microsoft Office 2003"/>
              <xsd:enumeration value="Microsoft Office 2007-2013"/>
              <xsd:enumeration value="Microsoft Office 2013/2016"/>
              <xsd:enumeration value="OpenOffice 3.0"/>
            </xsd:restriction>
          </xsd:simpleType>
        </xsd:union>
      </xsd:simpleType>
    </xsd:element>
    <xsd:element name="Kategorie" ma:index="15" nillable="true" ma:displayName="Kategorie" ma:default="Anleitungen" ma:format="Dropdown" ma:internalName="Kategorie">
      <xsd:simpleType>
        <xsd:union memberTypes="dms:Text">
          <xsd:simpleType>
            <xsd:restriction base="dms:Choice">
              <xsd:enumeration value="Anleitungen"/>
              <xsd:enumeration value="Aushänge für Lift und Tür"/>
              <xsd:enumeration value="Basisvorlagen"/>
              <xsd:enumeration value="Brief-/Faxvorlagen"/>
              <xsd:enumeration value="Einladungen"/>
              <xsd:enumeration value="Etiketten"/>
              <xsd:enumeration value="Musterdateien"/>
              <xsd:enumeration value="Namensschilder"/>
              <xsd:enumeration value="Präsentationen"/>
              <xsd:enumeration value="Skripten-Cover"/>
            </xsd:restriction>
          </xsd:simpleType>
        </xsd:un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346B3ED-06B1-4DE8-9648-0F78B5B453B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58DFAF-C9AD-4CE5-A221-45D64FB05328}">
  <ds:schemaRefs>
    <ds:schemaRef ds:uri="http://schemas.microsoft.com/office/2006/metadata/properties"/>
    <ds:schemaRef ds:uri="http://schemas.microsoft.com/office/infopath/2007/PartnerControls"/>
    <ds:schemaRef ds:uri="dde413db-0745-4f3a-8dca-564dc7ff6f7d"/>
    <ds:schemaRef ds:uri="08b0a3ee-3d2a-451c-9a1a-7e5d5b0c9c77"/>
    <ds:schemaRef ds:uri="1a8d9a65-8471-4209-a900-f8e11db75e0a"/>
  </ds:schemaRefs>
</ds:datastoreItem>
</file>

<file path=customXml/itemProps3.xml><?xml version="1.0" encoding="utf-8"?>
<ds:datastoreItem xmlns:ds="http://schemas.openxmlformats.org/officeDocument/2006/customXml" ds:itemID="{069B4889-3CCA-46C6-8FD4-B0AB941A4B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8d9a65-8471-4209-a900-f8e11db75e0a"/>
    <ds:schemaRef ds:uri="08b0a3ee-3d2a-451c-9a1a-7e5d5b0c9c77"/>
    <ds:schemaRef ds:uri="dde413db-0745-4f3a-8dca-564dc7ff6f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WU Musterpräsentation 16x10</Template>
  <TotalTime>0</TotalTime>
  <Words>234</Words>
  <Application>Microsoft Office PowerPoint</Application>
  <PresentationFormat>On-screen Show (16:10)</PresentationFormat>
  <Paragraphs>76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Georgia</vt:lpstr>
      <vt:lpstr>Verdana</vt:lpstr>
      <vt:lpstr>Wingdings</vt:lpstr>
      <vt:lpstr>WU 16:10</vt:lpstr>
      <vt:lpstr>Tree Detection</vt:lpstr>
      <vt:lpstr>Agenda</vt:lpstr>
      <vt:lpstr>Introduction</vt:lpstr>
      <vt:lpstr>Introduction - Problem</vt:lpstr>
      <vt:lpstr>Introduction - Context</vt:lpstr>
      <vt:lpstr>Introduction – Project Outline</vt:lpstr>
      <vt:lpstr>Data</vt:lpstr>
      <vt:lpstr>Data</vt:lpstr>
      <vt:lpstr>EDA</vt:lpstr>
      <vt:lpstr>EDA</vt:lpstr>
      <vt:lpstr>ML Pipeline</vt:lpstr>
      <vt:lpstr>Pipeline, Implementation</vt:lpstr>
      <vt:lpstr>Problems</vt:lpstr>
      <vt:lpstr>Discussion</vt:lpstr>
    </vt:vector>
  </TitlesOfParts>
  <Company>Vienna University of Economics and Business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Präsentationsvorlage</dc:title>
  <dc:creator>Matejka, Gabriel</dc:creator>
  <cp:lastModifiedBy>Oberhumer, Dominik</cp:lastModifiedBy>
  <cp:revision>9</cp:revision>
  <dcterms:created xsi:type="dcterms:W3CDTF">2024-03-18T10:24:09Z</dcterms:created>
  <dcterms:modified xsi:type="dcterms:W3CDTF">2026-04-18T19:02:27Z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U Thema">
    <vt:lpwstr>403;#Corporate Design|19895bcd-b158-45ae-ab7b-f5ca217dfcec</vt:lpwstr>
  </property>
  <property fmtid="{D5CDD505-2E9C-101B-9397-08002B2CF9AE}" pid="3" name="Dokumentenart">
    <vt:lpwstr>266;#Vorlagen|17fc50ed-8ad1-47be-ab12-04243fd74ddb</vt:lpwstr>
  </property>
  <property fmtid="{D5CDD505-2E9C-101B-9397-08002B2CF9AE}" pid="4" name="ContentTypeId">
    <vt:lpwstr>0x010100BCF651A35DF3154DB01328AF51148DAE</vt:lpwstr>
  </property>
</Properties>
</file>