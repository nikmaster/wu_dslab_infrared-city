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0"/>
  </p:notesMasterIdLst>
  <p:handoutMasterIdLst>
    <p:handoutMasterId r:id="rId21"/>
  </p:handoutMasterIdLst>
  <p:sldIdLst>
    <p:sldId id="278" r:id="rId5"/>
    <p:sldId id="279" r:id="rId6"/>
    <p:sldId id="289" r:id="rId7"/>
    <p:sldId id="280" r:id="rId8"/>
    <p:sldId id="283" r:id="rId9"/>
    <p:sldId id="284" r:id="rId10"/>
    <p:sldId id="290" r:id="rId11"/>
    <p:sldId id="282" r:id="rId12"/>
    <p:sldId id="291" r:id="rId13"/>
    <p:sldId id="285" r:id="rId14"/>
    <p:sldId id="292" r:id="rId15"/>
    <p:sldId id="286" r:id="rId16"/>
    <p:sldId id="293" r:id="rId17"/>
    <p:sldId id="287" r:id="rId18"/>
    <p:sldId id="288" r:id="rId19"/>
  </p:sldIdLst>
  <p:sldSz cx="9144000" cy="5715000" type="screen16x10"/>
  <p:notesSz cx="6858000" cy="9144000"/>
  <p:custDataLst>
    <p:tags r:id="rId22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5465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1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11A37"/>
    <a:srgbClr val="1A1448"/>
    <a:srgbClr val="404040"/>
    <a:srgbClr val="E7EFF7"/>
    <a:srgbClr val="CBDDEF"/>
    <a:srgbClr val="0096D3"/>
    <a:srgbClr val="0C94B7"/>
    <a:srgbClr val="41B4CE"/>
    <a:srgbClr val="73BA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376" autoAdjust="0"/>
    <p:restoredTop sz="73008" autoAdjust="0"/>
  </p:normalViewPr>
  <p:slideViewPr>
    <p:cSldViewPr snapToGrid="0" showGuides="1">
      <p:cViewPr>
        <p:scale>
          <a:sx n="100" d="100"/>
          <a:sy n="100" d="100"/>
        </p:scale>
        <p:origin x="804" y="72"/>
      </p:cViewPr>
      <p:guideLst>
        <p:guide orient="horz" pos="1800"/>
        <p:guide pos="5465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gs" Target="tags/tag1.xml"/><Relationship Id="rId27" Type="http://schemas.openxmlformats.org/officeDocument/2006/relationships/tableStyles" Target="tableStyle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DCA56D4-C300-4833-AFAB-D0215ADD99CA}" type="doc">
      <dgm:prSet loTypeId="urn:microsoft.com/office/officeart/2016/7/layout/ChevronBlockProcess" loCatId="process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AT"/>
        </a:p>
      </dgm:t>
    </dgm:pt>
    <dgm:pt modelId="{1F60A019-B797-4391-976B-E0843452B598}">
      <dgm:prSet phldrT="[Text]"/>
      <dgm:spPr/>
      <dgm:t>
        <a:bodyPr/>
        <a:lstStyle/>
        <a:p>
          <a:r>
            <a:rPr lang="en-AT" dirty="0"/>
            <a:t>Input</a:t>
          </a:r>
          <a:endParaRPr lang="de-AT" dirty="0"/>
        </a:p>
      </dgm:t>
    </dgm:pt>
    <dgm:pt modelId="{5C4F573B-406E-4D33-9E63-AA971ED3A878}" type="parTrans" cxnId="{9F0BEF87-F90A-49B0-BA41-88D5088D40D6}">
      <dgm:prSet/>
      <dgm:spPr/>
      <dgm:t>
        <a:bodyPr/>
        <a:lstStyle/>
        <a:p>
          <a:endParaRPr lang="de-AT"/>
        </a:p>
      </dgm:t>
    </dgm:pt>
    <dgm:pt modelId="{8494E388-FF08-4522-B1AF-84C2FAF2C49F}" type="sibTrans" cxnId="{9F0BEF87-F90A-49B0-BA41-88D5088D40D6}">
      <dgm:prSet/>
      <dgm:spPr/>
      <dgm:t>
        <a:bodyPr/>
        <a:lstStyle/>
        <a:p>
          <a:endParaRPr lang="de-AT"/>
        </a:p>
      </dgm:t>
    </dgm:pt>
    <dgm:pt modelId="{0CD2BD8A-A26E-4D1C-B5E1-234A36081911}">
      <dgm:prSet/>
      <dgm:spPr/>
      <dgm:t>
        <a:bodyPr/>
        <a:lstStyle/>
        <a:p>
          <a:r>
            <a:rPr lang="en-AT" dirty="0"/>
            <a:t>Satellite Images</a:t>
          </a:r>
        </a:p>
      </dgm:t>
    </dgm:pt>
    <dgm:pt modelId="{F4A2E9B3-D55F-4353-863A-FBE440DC9DC8}" type="parTrans" cxnId="{45EFE236-BF2F-4E6B-A45F-70F44449E4BF}">
      <dgm:prSet/>
      <dgm:spPr/>
      <dgm:t>
        <a:bodyPr/>
        <a:lstStyle/>
        <a:p>
          <a:endParaRPr lang="de-AT"/>
        </a:p>
      </dgm:t>
    </dgm:pt>
    <dgm:pt modelId="{50C9DE14-B4AA-4DDC-9ED9-BE88316711E7}" type="sibTrans" cxnId="{45EFE236-BF2F-4E6B-A45F-70F44449E4BF}">
      <dgm:prSet/>
      <dgm:spPr/>
      <dgm:t>
        <a:bodyPr/>
        <a:lstStyle/>
        <a:p>
          <a:endParaRPr lang="de-AT"/>
        </a:p>
      </dgm:t>
    </dgm:pt>
    <dgm:pt modelId="{69A47DB4-09FB-43A1-B3C3-1A9106F90793}">
      <dgm:prSet/>
      <dgm:spPr/>
      <dgm:t>
        <a:bodyPr/>
        <a:lstStyle/>
        <a:p>
          <a:r>
            <a:rPr lang="en-AT" dirty="0"/>
            <a:t>Open Street Map Land Use Layer</a:t>
          </a:r>
        </a:p>
      </dgm:t>
    </dgm:pt>
    <dgm:pt modelId="{254D9416-1C09-48ED-AAD3-6B7AFE889903}" type="parTrans" cxnId="{1E4132FD-ABDB-461A-BB93-EAF142660AEC}">
      <dgm:prSet/>
      <dgm:spPr/>
      <dgm:t>
        <a:bodyPr/>
        <a:lstStyle/>
        <a:p>
          <a:endParaRPr lang="de-AT"/>
        </a:p>
      </dgm:t>
    </dgm:pt>
    <dgm:pt modelId="{0234CE47-38BE-4B87-9A04-E11ACF4CB64A}" type="sibTrans" cxnId="{1E4132FD-ABDB-461A-BB93-EAF142660AEC}">
      <dgm:prSet/>
      <dgm:spPr/>
      <dgm:t>
        <a:bodyPr/>
        <a:lstStyle/>
        <a:p>
          <a:endParaRPr lang="de-AT"/>
        </a:p>
      </dgm:t>
    </dgm:pt>
    <dgm:pt modelId="{6840CA70-1C38-42F8-BA0D-EEA1D81F6D71}">
      <dgm:prSet/>
      <dgm:spPr/>
      <dgm:t>
        <a:bodyPr/>
        <a:lstStyle/>
        <a:p>
          <a:r>
            <a:rPr lang="de-AT" dirty="0"/>
            <a:t>T</a:t>
          </a:r>
          <a:r>
            <a:rPr lang="en-AT" dirty="0" err="1"/>
            <a:t>ree</a:t>
          </a:r>
          <a:r>
            <a:rPr lang="en-AT" dirty="0"/>
            <a:t> register (“</a:t>
          </a:r>
          <a:r>
            <a:rPr lang="en-AT" dirty="0" err="1"/>
            <a:t>Baumkataster</a:t>
          </a:r>
          <a:r>
            <a:rPr lang="en-AT" dirty="0"/>
            <a:t>”)</a:t>
          </a:r>
        </a:p>
      </dgm:t>
    </dgm:pt>
    <dgm:pt modelId="{D77E7138-3896-4E8C-9F2B-2FC8F0027329}" type="parTrans" cxnId="{41B9A2D7-9795-45D9-AFDE-8C6D19D454E6}">
      <dgm:prSet/>
      <dgm:spPr/>
      <dgm:t>
        <a:bodyPr/>
        <a:lstStyle/>
        <a:p>
          <a:endParaRPr lang="de-AT"/>
        </a:p>
      </dgm:t>
    </dgm:pt>
    <dgm:pt modelId="{2E66EC53-A04F-4239-9D65-6787483CFCC2}" type="sibTrans" cxnId="{41B9A2D7-9795-45D9-AFDE-8C6D19D454E6}">
      <dgm:prSet/>
      <dgm:spPr/>
      <dgm:t>
        <a:bodyPr/>
        <a:lstStyle/>
        <a:p>
          <a:endParaRPr lang="de-AT"/>
        </a:p>
      </dgm:t>
    </dgm:pt>
    <dgm:pt modelId="{7BDA1F35-C63A-477E-8A2B-DA8A3A59F611}">
      <dgm:prSet/>
      <dgm:spPr/>
      <dgm:t>
        <a:bodyPr/>
        <a:lstStyle/>
        <a:p>
          <a:r>
            <a:rPr lang="en-AT" dirty="0"/>
            <a:t>Consider </a:t>
          </a:r>
        </a:p>
      </dgm:t>
    </dgm:pt>
    <dgm:pt modelId="{61FA9310-079D-46B9-8307-8C7F6DAC9283}" type="parTrans" cxnId="{91A4257A-9985-4572-97BB-0D9C8A217B12}">
      <dgm:prSet/>
      <dgm:spPr/>
      <dgm:t>
        <a:bodyPr/>
        <a:lstStyle/>
        <a:p>
          <a:endParaRPr lang="de-AT"/>
        </a:p>
      </dgm:t>
    </dgm:pt>
    <dgm:pt modelId="{5DB42164-53F6-4E5B-BD78-8E6EA670F982}" type="sibTrans" cxnId="{91A4257A-9985-4572-97BB-0D9C8A217B12}">
      <dgm:prSet/>
      <dgm:spPr/>
      <dgm:t>
        <a:bodyPr/>
        <a:lstStyle/>
        <a:p>
          <a:endParaRPr lang="de-AT"/>
        </a:p>
      </dgm:t>
    </dgm:pt>
    <dgm:pt modelId="{62098A33-0493-440F-94FB-1183BAFF7F9A}">
      <dgm:prSet/>
      <dgm:spPr/>
      <dgm:t>
        <a:bodyPr/>
        <a:lstStyle/>
        <a:p>
          <a:r>
            <a:rPr lang="en-AT" dirty="0"/>
            <a:t>Seasons (multiple)</a:t>
          </a:r>
        </a:p>
      </dgm:t>
    </dgm:pt>
    <dgm:pt modelId="{D5DC8C38-C0F8-4820-9150-D35DA57B789D}" type="parTrans" cxnId="{30EC9882-2DDD-45D7-87F1-E3DE1E250ABF}">
      <dgm:prSet/>
      <dgm:spPr/>
      <dgm:t>
        <a:bodyPr/>
        <a:lstStyle/>
        <a:p>
          <a:endParaRPr lang="de-AT"/>
        </a:p>
      </dgm:t>
    </dgm:pt>
    <dgm:pt modelId="{9F6F0AA7-3E12-4474-BEB0-364EDF2E1695}" type="sibTrans" cxnId="{30EC9882-2DDD-45D7-87F1-E3DE1E250ABF}">
      <dgm:prSet/>
      <dgm:spPr/>
      <dgm:t>
        <a:bodyPr/>
        <a:lstStyle/>
        <a:p>
          <a:endParaRPr lang="de-AT"/>
        </a:p>
      </dgm:t>
    </dgm:pt>
    <dgm:pt modelId="{CF141A7F-B2F6-4C92-8B45-DAD736945877}">
      <dgm:prSet/>
      <dgm:spPr/>
      <dgm:t>
        <a:bodyPr/>
        <a:lstStyle/>
        <a:p>
          <a:r>
            <a:rPr lang="en-AT" dirty="0"/>
            <a:t>Climate Zone (restricted -&gt; middle </a:t>
          </a:r>
          <a:r>
            <a:rPr lang="en-AT" dirty="0" err="1"/>
            <a:t>european</a:t>
          </a:r>
          <a:r>
            <a:rPr lang="en-AT" dirty="0"/>
            <a:t>)</a:t>
          </a:r>
        </a:p>
      </dgm:t>
    </dgm:pt>
    <dgm:pt modelId="{857B0034-8E7A-47AE-9174-66B73F88A073}" type="parTrans" cxnId="{20CD648B-B160-4E7F-A120-AEE39EAE0C74}">
      <dgm:prSet/>
      <dgm:spPr/>
      <dgm:t>
        <a:bodyPr/>
        <a:lstStyle/>
        <a:p>
          <a:endParaRPr lang="de-AT"/>
        </a:p>
      </dgm:t>
    </dgm:pt>
    <dgm:pt modelId="{013E8559-01ED-415E-B66F-853FEAEF4972}" type="sibTrans" cxnId="{20CD648B-B160-4E7F-A120-AEE39EAE0C74}">
      <dgm:prSet/>
      <dgm:spPr/>
      <dgm:t>
        <a:bodyPr/>
        <a:lstStyle/>
        <a:p>
          <a:endParaRPr lang="de-AT"/>
        </a:p>
      </dgm:t>
    </dgm:pt>
    <dgm:pt modelId="{C47D7EE8-5E64-4371-B96B-2EC84031CBC0}">
      <dgm:prSet/>
      <dgm:spPr/>
      <dgm:t>
        <a:bodyPr/>
        <a:lstStyle/>
        <a:p>
          <a:r>
            <a:rPr lang="en-AT"/>
            <a:t>Output </a:t>
          </a:r>
          <a:endParaRPr lang="en-AT" dirty="0"/>
        </a:p>
      </dgm:t>
    </dgm:pt>
    <dgm:pt modelId="{95BD2147-3D46-40CE-91DF-2BB5820836BA}" type="parTrans" cxnId="{33149EB3-1ED5-4A15-9891-8D88C96A3A1B}">
      <dgm:prSet/>
      <dgm:spPr/>
      <dgm:t>
        <a:bodyPr/>
        <a:lstStyle/>
        <a:p>
          <a:endParaRPr lang="de-AT"/>
        </a:p>
      </dgm:t>
    </dgm:pt>
    <dgm:pt modelId="{CB56EC17-7BE8-425D-A0D1-8EFC317B720C}" type="sibTrans" cxnId="{33149EB3-1ED5-4A15-9891-8D88C96A3A1B}">
      <dgm:prSet/>
      <dgm:spPr/>
      <dgm:t>
        <a:bodyPr/>
        <a:lstStyle/>
        <a:p>
          <a:endParaRPr lang="de-AT"/>
        </a:p>
      </dgm:t>
    </dgm:pt>
    <dgm:pt modelId="{DD11C167-7802-48D4-83A9-18C0EF27FC2B}">
      <dgm:prSet/>
      <dgm:spPr/>
      <dgm:t>
        <a:bodyPr/>
        <a:lstStyle/>
        <a:p>
          <a:r>
            <a:rPr lang="en-AT"/>
            <a:t>Predicted Tree Locations</a:t>
          </a:r>
          <a:endParaRPr lang="de-AT" dirty="0"/>
        </a:p>
      </dgm:t>
    </dgm:pt>
    <dgm:pt modelId="{324BF15C-40A1-4EB5-BBE2-C9182A295D49}" type="parTrans" cxnId="{5422B8D1-9BCD-44EF-AD1C-78A59D0D8D4F}">
      <dgm:prSet/>
      <dgm:spPr/>
      <dgm:t>
        <a:bodyPr/>
        <a:lstStyle/>
        <a:p>
          <a:endParaRPr lang="de-AT"/>
        </a:p>
      </dgm:t>
    </dgm:pt>
    <dgm:pt modelId="{0F90546B-67AD-4AF8-9C2A-E862D6BAA902}" type="sibTrans" cxnId="{5422B8D1-9BCD-44EF-AD1C-78A59D0D8D4F}">
      <dgm:prSet/>
      <dgm:spPr/>
      <dgm:t>
        <a:bodyPr/>
        <a:lstStyle/>
        <a:p>
          <a:endParaRPr lang="de-AT"/>
        </a:p>
      </dgm:t>
    </dgm:pt>
    <dgm:pt modelId="{0D4DE367-7729-49F0-8949-86B9A7447876}">
      <dgm:prSet/>
      <dgm:spPr/>
      <dgm:t>
        <a:bodyPr/>
        <a:lstStyle/>
        <a:p>
          <a:endParaRPr lang="en-AT" dirty="0"/>
        </a:p>
      </dgm:t>
    </dgm:pt>
    <dgm:pt modelId="{E281FCE4-2F63-43C7-ADE8-C589BDD0AE1A}" type="parTrans" cxnId="{58DCA3E6-F59F-4FFA-B0BF-8124D2E76D09}">
      <dgm:prSet/>
      <dgm:spPr/>
      <dgm:t>
        <a:bodyPr/>
        <a:lstStyle/>
        <a:p>
          <a:endParaRPr lang="de-AT"/>
        </a:p>
      </dgm:t>
    </dgm:pt>
    <dgm:pt modelId="{63BDA96C-6243-4DB7-BB3B-22A2EA4749EE}" type="sibTrans" cxnId="{58DCA3E6-F59F-4FFA-B0BF-8124D2E76D09}">
      <dgm:prSet/>
      <dgm:spPr/>
      <dgm:t>
        <a:bodyPr/>
        <a:lstStyle/>
        <a:p>
          <a:endParaRPr lang="de-AT"/>
        </a:p>
      </dgm:t>
    </dgm:pt>
    <dgm:pt modelId="{84E736F8-CDA4-497D-8EFE-4996A62ACECA}">
      <dgm:prSet/>
      <dgm:spPr/>
      <dgm:t>
        <a:bodyPr/>
        <a:lstStyle/>
        <a:p>
          <a:endParaRPr lang="en-AT" dirty="0"/>
        </a:p>
      </dgm:t>
    </dgm:pt>
    <dgm:pt modelId="{5BA0EBC1-8022-43B6-A8AE-7FF041F7E44D}" type="parTrans" cxnId="{7884AAA9-8147-4AB8-AA64-4FF8D7A9CD1F}">
      <dgm:prSet/>
      <dgm:spPr/>
      <dgm:t>
        <a:bodyPr/>
        <a:lstStyle/>
        <a:p>
          <a:endParaRPr lang="de-AT"/>
        </a:p>
      </dgm:t>
    </dgm:pt>
    <dgm:pt modelId="{E10401E3-8ECD-4638-B4B2-16E53C277134}" type="sibTrans" cxnId="{7884AAA9-8147-4AB8-AA64-4FF8D7A9CD1F}">
      <dgm:prSet/>
      <dgm:spPr/>
      <dgm:t>
        <a:bodyPr/>
        <a:lstStyle/>
        <a:p>
          <a:endParaRPr lang="de-AT"/>
        </a:p>
      </dgm:t>
    </dgm:pt>
    <dgm:pt modelId="{AB20D057-EDFF-464C-96B9-447072025B2B}">
      <dgm:prSet/>
      <dgm:spPr/>
      <dgm:t>
        <a:bodyPr/>
        <a:lstStyle/>
        <a:p>
          <a:endParaRPr lang="en-AT" dirty="0"/>
        </a:p>
      </dgm:t>
    </dgm:pt>
    <dgm:pt modelId="{EE398D41-ECEB-4438-832C-14D2EDEFEC73}" type="parTrans" cxnId="{5A188A90-4461-4A63-B281-B63AA61F820D}">
      <dgm:prSet/>
      <dgm:spPr/>
      <dgm:t>
        <a:bodyPr/>
        <a:lstStyle/>
        <a:p>
          <a:endParaRPr lang="de-AT"/>
        </a:p>
      </dgm:t>
    </dgm:pt>
    <dgm:pt modelId="{44269A9B-A7CD-423A-8F61-772F21F7334D}" type="sibTrans" cxnId="{5A188A90-4461-4A63-B281-B63AA61F820D}">
      <dgm:prSet/>
      <dgm:spPr/>
      <dgm:t>
        <a:bodyPr/>
        <a:lstStyle/>
        <a:p>
          <a:endParaRPr lang="de-AT"/>
        </a:p>
      </dgm:t>
    </dgm:pt>
    <dgm:pt modelId="{72636061-D84D-4D0B-91B0-A2326C79A81D}" type="pres">
      <dgm:prSet presAssocID="{CDCA56D4-C300-4833-AFAB-D0215ADD99CA}" presName="Name0" presStyleCnt="0">
        <dgm:presLayoutVars>
          <dgm:dir/>
          <dgm:animLvl val="lvl"/>
          <dgm:resizeHandles val="exact"/>
        </dgm:presLayoutVars>
      </dgm:prSet>
      <dgm:spPr/>
    </dgm:pt>
    <dgm:pt modelId="{29DAEF74-02BD-43DF-8A24-2146908FF6F8}" type="pres">
      <dgm:prSet presAssocID="{1F60A019-B797-4391-976B-E0843452B598}" presName="composite" presStyleCnt="0"/>
      <dgm:spPr/>
    </dgm:pt>
    <dgm:pt modelId="{7950B7CA-0670-49C5-BA28-CE31D6D40205}" type="pres">
      <dgm:prSet presAssocID="{1F60A019-B797-4391-976B-E0843452B598}" presName="parTx" presStyleLbl="alignNode1" presStyleIdx="0" presStyleCnt="3">
        <dgm:presLayoutVars>
          <dgm:chMax val="0"/>
          <dgm:chPref val="0"/>
        </dgm:presLayoutVars>
      </dgm:prSet>
      <dgm:spPr/>
    </dgm:pt>
    <dgm:pt modelId="{E36CD81A-A67D-481E-B6D3-DD571AF376A5}" type="pres">
      <dgm:prSet presAssocID="{1F60A019-B797-4391-976B-E0843452B598}" presName="desTx" presStyleLbl="alignAccFollowNode1" presStyleIdx="0" presStyleCnt="3">
        <dgm:presLayoutVars/>
      </dgm:prSet>
      <dgm:spPr/>
    </dgm:pt>
    <dgm:pt modelId="{A732507C-B241-4F08-89FD-F30E967C413B}" type="pres">
      <dgm:prSet presAssocID="{8494E388-FF08-4522-B1AF-84C2FAF2C49F}" presName="space" presStyleCnt="0"/>
      <dgm:spPr/>
    </dgm:pt>
    <dgm:pt modelId="{2B11FB3A-C891-4E93-AFBC-2DCE69695B8E}" type="pres">
      <dgm:prSet presAssocID="{7BDA1F35-C63A-477E-8A2B-DA8A3A59F611}" presName="composite" presStyleCnt="0"/>
      <dgm:spPr/>
    </dgm:pt>
    <dgm:pt modelId="{33870E2A-E5CD-4BED-8E86-627BCBBE931A}" type="pres">
      <dgm:prSet presAssocID="{7BDA1F35-C63A-477E-8A2B-DA8A3A59F611}" presName="parTx" presStyleLbl="alignNode1" presStyleIdx="1" presStyleCnt="3">
        <dgm:presLayoutVars>
          <dgm:chMax val="0"/>
          <dgm:chPref val="0"/>
        </dgm:presLayoutVars>
      </dgm:prSet>
      <dgm:spPr/>
    </dgm:pt>
    <dgm:pt modelId="{3ACE3EDB-8C21-4AFE-8E02-5739AE2F28C0}" type="pres">
      <dgm:prSet presAssocID="{7BDA1F35-C63A-477E-8A2B-DA8A3A59F611}" presName="desTx" presStyleLbl="alignAccFollowNode1" presStyleIdx="1" presStyleCnt="3">
        <dgm:presLayoutVars/>
      </dgm:prSet>
      <dgm:spPr/>
    </dgm:pt>
    <dgm:pt modelId="{CFD690EA-6FA0-408C-A46D-03054352488D}" type="pres">
      <dgm:prSet presAssocID="{5DB42164-53F6-4E5B-BD78-8E6EA670F982}" presName="space" presStyleCnt="0"/>
      <dgm:spPr/>
    </dgm:pt>
    <dgm:pt modelId="{788AB3DD-EA7F-4D15-93F3-5548FB6E0582}" type="pres">
      <dgm:prSet presAssocID="{C47D7EE8-5E64-4371-B96B-2EC84031CBC0}" presName="composite" presStyleCnt="0"/>
      <dgm:spPr/>
    </dgm:pt>
    <dgm:pt modelId="{3CB18357-C77C-4370-8D66-4D934AC9793B}" type="pres">
      <dgm:prSet presAssocID="{C47D7EE8-5E64-4371-B96B-2EC84031CBC0}" presName="parTx" presStyleLbl="alignNode1" presStyleIdx="2" presStyleCnt="3">
        <dgm:presLayoutVars>
          <dgm:chMax val="0"/>
          <dgm:chPref val="0"/>
        </dgm:presLayoutVars>
      </dgm:prSet>
      <dgm:spPr/>
    </dgm:pt>
    <dgm:pt modelId="{BE929402-A2CF-4123-AE71-3509B105F0AE}" type="pres">
      <dgm:prSet presAssocID="{C47D7EE8-5E64-4371-B96B-2EC84031CBC0}" presName="desTx" presStyleLbl="alignAccFollowNode1" presStyleIdx="2" presStyleCnt="3">
        <dgm:presLayoutVars/>
      </dgm:prSet>
      <dgm:spPr/>
    </dgm:pt>
  </dgm:ptLst>
  <dgm:cxnLst>
    <dgm:cxn modelId="{99C86015-6F62-4F39-BCD4-B3664872451F}" type="presOf" srcId="{DD11C167-7802-48D4-83A9-18C0EF27FC2B}" destId="{BE929402-A2CF-4123-AE71-3509B105F0AE}" srcOrd="0" destOrd="0" presId="urn:microsoft.com/office/officeart/2016/7/layout/ChevronBlockProcess"/>
    <dgm:cxn modelId="{E6EEBE18-01A4-48CD-8A5F-72F8176BEC3E}" type="presOf" srcId="{7BDA1F35-C63A-477E-8A2B-DA8A3A59F611}" destId="{33870E2A-E5CD-4BED-8E86-627BCBBE931A}" srcOrd="0" destOrd="0" presId="urn:microsoft.com/office/officeart/2016/7/layout/ChevronBlockProcess"/>
    <dgm:cxn modelId="{FA7EBC27-4A3F-4310-A63B-C63EEA9C9D5D}" type="presOf" srcId="{CF141A7F-B2F6-4C92-8B45-DAD736945877}" destId="{3ACE3EDB-8C21-4AFE-8E02-5739AE2F28C0}" srcOrd="0" destOrd="2" presId="urn:microsoft.com/office/officeart/2016/7/layout/ChevronBlockProcess"/>
    <dgm:cxn modelId="{EA38282C-50DD-40F2-9CD8-4A90EE5C08E5}" type="presOf" srcId="{C47D7EE8-5E64-4371-B96B-2EC84031CBC0}" destId="{3CB18357-C77C-4370-8D66-4D934AC9793B}" srcOrd="0" destOrd="0" presId="urn:microsoft.com/office/officeart/2016/7/layout/ChevronBlockProcess"/>
    <dgm:cxn modelId="{7F17AE2D-0551-4695-86D3-5FFE611CD024}" type="presOf" srcId="{AB20D057-EDFF-464C-96B9-447072025B2B}" destId="{E36CD81A-A67D-481E-B6D3-DD571AF376A5}" srcOrd="0" destOrd="3" presId="urn:microsoft.com/office/officeart/2016/7/layout/ChevronBlockProcess"/>
    <dgm:cxn modelId="{45EFE236-BF2F-4E6B-A45F-70F44449E4BF}" srcId="{1F60A019-B797-4391-976B-E0843452B598}" destId="{0CD2BD8A-A26E-4D1C-B5E1-234A36081911}" srcOrd="0" destOrd="0" parTransId="{F4A2E9B3-D55F-4353-863A-FBE440DC9DC8}" sibTransId="{50C9DE14-B4AA-4DDC-9ED9-BE88316711E7}"/>
    <dgm:cxn modelId="{491D0D45-AD6A-4B4B-B56C-CC4C035CE8E1}" type="presOf" srcId="{62098A33-0493-440F-94FB-1183BAFF7F9A}" destId="{3ACE3EDB-8C21-4AFE-8E02-5739AE2F28C0}" srcOrd="0" destOrd="0" presId="urn:microsoft.com/office/officeart/2016/7/layout/ChevronBlockProcess"/>
    <dgm:cxn modelId="{F97AB84F-4EF9-4E83-A9C1-6DA298BC1666}" type="presOf" srcId="{0CD2BD8A-A26E-4D1C-B5E1-234A36081911}" destId="{E36CD81A-A67D-481E-B6D3-DD571AF376A5}" srcOrd="0" destOrd="0" presId="urn:microsoft.com/office/officeart/2016/7/layout/ChevronBlockProcess"/>
    <dgm:cxn modelId="{91A4257A-9985-4572-97BB-0D9C8A217B12}" srcId="{CDCA56D4-C300-4833-AFAB-D0215ADD99CA}" destId="{7BDA1F35-C63A-477E-8A2B-DA8A3A59F611}" srcOrd="1" destOrd="0" parTransId="{61FA9310-079D-46B9-8307-8C7F6DAC9283}" sibTransId="{5DB42164-53F6-4E5B-BD78-8E6EA670F982}"/>
    <dgm:cxn modelId="{30EC9882-2DDD-45D7-87F1-E3DE1E250ABF}" srcId="{7BDA1F35-C63A-477E-8A2B-DA8A3A59F611}" destId="{62098A33-0493-440F-94FB-1183BAFF7F9A}" srcOrd="0" destOrd="0" parTransId="{D5DC8C38-C0F8-4820-9150-D35DA57B789D}" sibTransId="{9F6F0AA7-3E12-4474-BEB0-364EDF2E1695}"/>
    <dgm:cxn modelId="{9F0BEF87-F90A-49B0-BA41-88D5088D40D6}" srcId="{CDCA56D4-C300-4833-AFAB-D0215ADD99CA}" destId="{1F60A019-B797-4391-976B-E0843452B598}" srcOrd="0" destOrd="0" parTransId="{5C4F573B-406E-4D33-9E63-AA971ED3A878}" sibTransId="{8494E388-FF08-4522-B1AF-84C2FAF2C49F}"/>
    <dgm:cxn modelId="{20CD648B-B160-4E7F-A120-AEE39EAE0C74}" srcId="{7BDA1F35-C63A-477E-8A2B-DA8A3A59F611}" destId="{CF141A7F-B2F6-4C92-8B45-DAD736945877}" srcOrd="2" destOrd="0" parTransId="{857B0034-8E7A-47AE-9174-66B73F88A073}" sibTransId="{013E8559-01ED-415E-B66F-853FEAEF4972}"/>
    <dgm:cxn modelId="{129ABD8F-4D16-48CE-B6D4-8F89F98AEC67}" type="presOf" srcId="{0D4DE367-7729-49F0-8949-86B9A7447876}" destId="{3ACE3EDB-8C21-4AFE-8E02-5739AE2F28C0}" srcOrd="0" destOrd="1" presId="urn:microsoft.com/office/officeart/2016/7/layout/ChevronBlockProcess"/>
    <dgm:cxn modelId="{5A188A90-4461-4A63-B281-B63AA61F820D}" srcId="{1F60A019-B797-4391-976B-E0843452B598}" destId="{AB20D057-EDFF-464C-96B9-447072025B2B}" srcOrd="3" destOrd="0" parTransId="{EE398D41-ECEB-4438-832C-14D2EDEFEC73}" sibTransId="{44269A9B-A7CD-423A-8F61-772F21F7334D}"/>
    <dgm:cxn modelId="{9C255596-47DD-458C-AF84-542208AA5FD7}" type="presOf" srcId="{84E736F8-CDA4-497D-8EFE-4996A62ACECA}" destId="{E36CD81A-A67D-481E-B6D3-DD571AF376A5}" srcOrd="0" destOrd="1" presId="urn:microsoft.com/office/officeart/2016/7/layout/ChevronBlockProcess"/>
    <dgm:cxn modelId="{7FC351A2-AB6F-49A6-923F-7132943C0A98}" type="presOf" srcId="{69A47DB4-09FB-43A1-B3C3-1A9106F90793}" destId="{E36CD81A-A67D-481E-B6D3-DD571AF376A5}" srcOrd="0" destOrd="2" presId="urn:microsoft.com/office/officeart/2016/7/layout/ChevronBlockProcess"/>
    <dgm:cxn modelId="{7884AAA9-8147-4AB8-AA64-4FF8D7A9CD1F}" srcId="{1F60A019-B797-4391-976B-E0843452B598}" destId="{84E736F8-CDA4-497D-8EFE-4996A62ACECA}" srcOrd="1" destOrd="0" parTransId="{5BA0EBC1-8022-43B6-A8AE-7FF041F7E44D}" sibTransId="{E10401E3-8ECD-4638-B4B2-16E53C277134}"/>
    <dgm:cxn modelId="{33149EB3-1ED5-4A15-9891-8D88C96A3A1B}" srcId="{CDCA56D4-C300-4833-AFAB-D0215ADD99CA}" destId="{C47D7EE8-5E64-4371-B96B-2EC84031CBC0}" srcOrd="2" destOrd="0" parTransId="{95BD2147-3D46-40CE-91DF-2BB5820836BA}" sibTransId="{CB56EC17-7BE8-425D-A0D1-8EFC317B720C}"/>
    <dgm:cxn modelId="{6BC9F5C2-5E12-4A75-8D98-370511C13825}" type="presOf" srcId="{6840CA70-1C38-42F8-BA0D-EEA1D81F6D71}" destId="{E36CD81A-A67D-481E-B6D3-DD571AF376A5}" srcOrd="0" destOrd="4" presId="urn:microsoft.com/office/officeart/2016/7/layout/ChevronBlockProcess"/>
    <dgm:cxn modelId="{5422B8D1-9BCD-44EF-AD1C-78A59D0D8D4F}" srcId="{C47D7EE8-5E64-4371-B96B-2EC84031CBC0}" destId="{DD11C167-7802-48D4-83A9-18C0EF27FC2B}" srcOrd="0" destOrd="0" parTransId="{324BF15C-40A1-4EB5-BBE2-C9182A295D49}" sibTransId="{0F90546B-67AD-4AF8-9C2A-E862D6BAA902}"/>
    <dgm:cxn modelId="{41B9A2D7-9795-45D9-AFDE-8C6D19D454E6}" srcId="{1F60A019-B797-4391-976B-E0843452B598}" destId="{6840CA70-1C38-42F8-BA0D-EEA1D81F6D71}" srcOrd="4" destOrd="0" parTransId="{D77E7138-3896-4E8C-9F2B-2FC8F0027329}" sibTransId="{2E66EC53-A04F-4239-9D65-6787483CFCC2}"/>
    <dgm:cxn modelId="{58DCA3E6-F59F-4FFA-B0BF-8124D2E76D09}" srcId="{7BDA1F35-C63A-477E-8A2B-DA8A3A59F611}" destId="{0D4DE367-7729-49F0-8949-86B9A7447876}" srcOrd="1" destOrd="0" parTransId="{E281FCE4-2F63-43C7-ADE8-C589BDD0AE1A}" sibTransId="{63BDA96C-6243-4DB7-BB3B-22A2EA4749EE}"/>
    <dgm:cxn modelId="{7780F5EE-0E14-42B4-A80D-22FFC02B6F2C}" type="presOf" srcId="{CDCA56D4-C300-4833-AFAB-D0215ADD99CA}" destId="{72636061-D84D-4D0B-91B0-A2326C79A81D}" srcOrd="0" destOrd="0" presId="urn:microsoft.com/office/officeart/2016/7/layout/ChevronBlockProcess"/>
    <dgm:cxn modelId="{9457EBFB-3122-437B-9819-91F5AAC93579}" type="presOf" srcId="{1F60A019-B797-4391-976B-E0843452B598}" destId="{7950B7CA-0670-49C5-BA28-CE31D6D40205}" srcOrd="0" destOrd="0" presId="urn:microsoft.com/office/officeart/2016/7/layout/ChevronBlockProcess"/>
    <dgm:cxn modelId="{1E4132FD-ABDB-461A-BB93-EAF142660AEC}" srcId="{1F60A019-B797-4391-976B-E0843452B598}" destId="{69A47DB4-09FB-43A1-B3C3-1A9106F90793}" srcOrd="2" destOrd="0" parTransId="{254D9416-1C09-48ED-AAD3-6B7AFE889903}" sibTransId="{0234CE47-38BE-4B87-9A04-E11ACF4CB64A}"/>
    <dgm:cxn modelId="{F9AC4C8E-825F-48B2-8E24-2C63EA3D25BB}" type="presParOf" srcId="{72636061-D84D-4D0B-91B0-A2326C79A81D}" destId="{29DAEF74-02BD-43DF-8A24-2146908FF6F8}" srcOrd="0" destOrd="0" presId="urn:microsoft.com/office/officeart/2016/7/layout/ChevronBlockProcess"/>
    <dgm:cxn modelId="{F1C51D14-0F2B-459D-9A46-BC0EE7614DE5}" type="presParOf" srcId="{29DAEF74-02BD-43DF-8A24-2146908FF6F8}" destId="{7950B7CA-0670-49C5-BA28-CE31D6D40205}" srcOrd="0" destOrd="0" presId="urn:microsoft.com/office/officeart/2016/7/layout/ChevronBlockProcess"/>
    <dgm:cxn modelId="{27740FC0-0B51-4AEC-9CDF-2758BF7089D4}" type="presParOf" srcId="{29DAEF74-02BD-43DF-8A24-2146908FF6F8}" destId="{E36CD81A-A67D-481E-B6D3-DD571AF376A5}" srcOrd="1" destOrd="0" presId="urn:microsoft.com/office/officeart/2016/7/layout/ChevronBlockProcess"/>
    <dgm:cxn modelId="{DEB785F2-E37B-4B13-ABFF-BB64BB300658}" type="presParOf" srcId="{72636061-D84D-4D0B-91B0-A2326C79A81D}" destId="{A732507C-B241-4F08-89FD-F30E967C413B}" srcOrd="1" destOrd="0" presId="urn:microsoft.com/office/officeart/2016/7/layout/ChevronBlockProcess"/>
    <dgm:cxn modelId="{F04816E2-CB96-47A3-8C5E-3267897CDDFC}" type="presParOf" srcId="{72636061-D84D-4D0B-91B0-A2326C79A81D}" destId="{2B11FB3A-C891-4E93-AFBC-2DCE69695B8E}" srcOrd="2" destOrd="0" presId="urn:microsoft.com/office/officeart/2016/7/layout/ChevronBlockProcess"/>
    <dgm:cxn modelId="{41FF8154-CD40-4EC3-9DBB-D930D32BFB57}" type="presParOf" srcId="{2B11FB3A-C891-4E93-AFBC-2DCE69695B8E}" destId="{33870E2A-E5CD-4BED-8E86-627BCBBE931A}" srcOrd="0" destOrd="0" presId="urn:microsoft.com/office/officeart/2016/7/layout/ChevronBlockProcess"/>
    <dgm:cxn modelId="{4E8E2DED-5572-4690-98A3-2E96CBBC79A6}" type="presParOf" srcId="{2B11FB3A-C891-4E93-AFBC-2DCE69695B8E}" destId="{3ACE3EDB-8C21-4AFE-8E02-5739AE2F28C0}" srcOrd="1" destOrd="0" presId="urn:microsoft.com/office/officeart/2016/7/layout/ChevronBlockProcess"/>
    <dgm:cxn modelId="{D966FF8B-8F86-4C58-A744-238F1031B714}" type="presParOf" srcId="{72636061-D84D-4D0B-91B0-A2326C79A81D}" destId="{CFD690EA-6FA0-408C-A46D-03054352488D}" srcOrd="3" destOrd="0" presId="urn:microsoft.com/office/officeart/2016/7/layout/ChevronBlockProcess"/>
    <dgm:cxn modelId="{C92D591A-2163-45C1-8917-EBD9B739689B}" type="presParOf" srcId="{72636061-D84D-4D0B-91B0-A2326C79A81D}" destId="{788AB3DD-EA7F-4D15-93F3-5548FB6E0582}" srcOrd="4" destOrd="0" presId="urn:microsoft.com/office/officeart/2016/7/layout/ChevronBlockProcess"/>
    <dgm:cxn modelId="{044D8C73-6877-4725-A7AA-CB1E15BFEB01}" type="presParOf" srcId="{788AB3DD-EA7F-4D15-93F3-5548FB6E0582}" destId="{3CB18357-C77C-4370-8D66-4D934AC9793B}" srcOrd="0" destOrd="0" presId="urn:microsoft.com/office/officeart/2016/7/layout/ChevronBlockProcess"/>
    <dgm:cxn modelId="{C1C7BEDE-2A84-4270-9195-0BF0ABB6454B}" type="presParOf" srcId="{788AB3DD-EA7F-4D15-93F3-5548FB6E0582}" destId="{BE929402-A2CF-4123-AE71-3509B105F0AE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1025953-094C-4EFD-A973-35BC70F9B3F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2EC8F3E5-A87F-48B0-B133-0493E5208729}">
      <dgm:prSet/>
      <dgm:spPr/>
      <dgm:t>
        <a:bodyPr/>
        <a:lstStyle/>
        <a:p>
          <a:r>
            <a:rPr lang="de-AT"/>
            <a:t>Limited computational resources on WU Jupyter Hub</a:t>
          </a:r>
          <a:endParaRPr lang="en-US"/>
        </a:p>
      </dgm:t>
    </dgm:pt>
    <dgm:pt modelId="{D1E757C5-144F-4A71-BF34-609A61033B30}" type="parTrans" cxnId="{DB28D42D-650D-496A-9A0B-91C186667765}">
      <dgm:prSet/>
      <dgm:spPr/>
      <dgm:t>
        <a:bodyPr/>
        <a:lstStyle/>
        <a:p>
          <a:endParaRPr lang="en-US"/>
        </a:p>
      </dgm:t>
    </dgm:pt>
    <dgm:pt modelId="{29217524-64A0-4F72-8BB9-D5C75B34E181}" type="sibTrans" cxnId="{DB28D42D-650D-496A-9A0B-91C186667765}">
      <dgm:prSet/>
      <dgm:spPr/>
      <dgm:t>
        <a:bodyPr/>
        <a:lstStyle/>
        <a:p>
          <a:endParaRPr lang="en-US"/>
        </a:p>
      </dgm:t>
    </dgm:pt>
    <dgm:pt modelId="{E69D64F7-EE74-448A-AAF6-E3DFFA6D9BAA}">
      <dgm:prSet/>
      <dgm:spPr/>
      <dgm:t>
        <a:bodyPr/>
        <a:lstStyle/>
        <a:p>
          <a:r>
            <a:rPr lang="de-AT"/>
            <a:t>Sparse data</a:t>
          </a:r>
          <a:endParaRPr lang="en-US"/>
        </a:p>
      </dgm:t>
    </dgm:pt>
    <dgm:pt modelId="{AE0FF11C-DF63-4A78-8C77-C0257DA9CBCE}" type="parTrans" cxnId="{4DCDC3AC-CE5D-4ED4-8702-05509A194C1F}">
      <dgm:prSet/>
      <dgm:spPr/>
      <dgm:t>
        <a:bodyPr/>
        <a:lstStyle/>
        <a:p>
          <a:endParaRPr lang="en-US"/>
        </a:p>
      </dgm:t>
    </dgm:pt>
    <dgm:pt modelId="{9142B881-E818-46DA-A6E7-3B526A019F0C}" type="sibTrans" cxnId="{4DCDC3AC-CE5D-4ED4-8702-05509A194C1F}">
      <dgm:prSet/>
      <dgm:spPr/>
      <dgm:t>
        <a:bodyPr/>
        <a:lstStyle/>
        <a:p>
          <a:endParaRPr lang="en-US"/>
        </a:p>
      </dgm:t>
    </dgm:pt>
    <dgm:pt modelId="{207E62DE-71CE-4549-87C2-C27B36AD54BB}">
      <dgm:prSet/>
      <dgm:spPr/>
      <dgm:t>
        <a:bodyPr/>
        <a:lstStyle/>
        <a:p>
          <a:r>
            <a:rPr lang="de-AT"/>
            <a:t>Final data base size</a:t>
          </a:r>
          <a:endParaRPr lang="en-US"/>
        </a:p>
      </dgm:t>
    </dgm:pt>
    <dgm:pt modelId="{5ECAE54F-FBB5-457A-8227-F582C048D35E}" type="parTrans" cxnId="{D10D9566-2D18-41D7-8712-F38727999379}">
      <dgm:prSet/>
      <dgm:spPr/>
      <dgm:t>
        <a:bodyPr/>
        <a:lstStyle/>
        <a:p>
          <a:endParaRPr lang="en-US"/>
        </a:p>
      </dgm:t>
    </dgm:pt>
    <dgm:pt modelId="{B9B6C70D-098F-453D-9C8E-F4859D7979FE}" type="sibTrans" cxnId="{D10D9566-2D18-41D7-8712-F38727999379}">
      <dgm:prSet/>
      <dgm:spPr/>
      <dgm:t>
        <a:bodyPr/>
        <a:lstStyle/>
        <a:p>
          <a:endParaRPr lang="en-US"/>
        </a:p>
      </dgm:t>
    </dgm:pt>
    <dgm:pt modelId="{A8808F13-9B9C-477A-B305-0CF6381BF24D}" type="pres">
      <dgm:prSet presAssocID="{31025953-094C-4EFD-A973-35BC70F9B3F6}" presName="root" presStyleCnt="0">
        <dgm:presLayoutVars>
          <dgm:dir/>
          <dgm:resizeHandles val="exact"/>
        </dgm:presLayoutVars>
      </dgm:prSet>
      <dgm:spPr/>
    </dgm:pt>
    <dgm:pt modelId="{B080DA5F-4941-4851-9732-EF56CDF344B2}" type="pres">
      <dgm:prSet presAssocID="{2EC8F3E5-A87F-48B0-B133-0493E5208729}" presName="compNode" presStyleCnt="0"/>
      <dgm:spPr/>
    </dgm:pt>
    <dgm:pt modelId="{D563B15B-09E4-4F16-AD43-1300FFBF82AD}" type="pres">
      <dgm:prSet presAssocID="{2EC8F3E5-A87F-48B0-B133-0493E5208729}" presName="bgRect" presStyleLbl="bgShp" presStyleIdx="0" presStyleCnt="3"/>
      <dgm:spPr/>
    </dgm:pt>
    <dgm:pt modelId="{F82C192A-9F39-4EA1-995B-514715D7BB4B}" type="pres">
      <dgm:prSet presAssocID="{2EC8F3E5-A87F-48B0-B133-0493E5208729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76F54FA7-40AF-4F50-ADBF-89E93673AC3C}" type="pres">
      <dgm:prSet presAssocID="{2EC8F3E5-A87F-48B0-B133-0493E5208729}" presName="spaceRect" presStyleCnt="0"/>
      <dgm:spPr/>
    </dgm:pt>
    <dgm:pt modelId="{0EF49EF0-67B1-49CC-ADA2-F40B0260B1C3}" type="pres">
      <dgm:prSet presAssocID="{2EC8F3E5-A87F-48B0-B133-0493E5208729}" presName="parTx" presStyleLbl="revTx" presStyleIdx="0" presStyleCnt="3">
        <dgm:presLayoutVars>
          <dgm:chMax val="0"/>
          <dgm:chPref val="0"/>
        </dgm:presLayoutVars>
      </dgm:prSet>
      <dgm:spPr/>
    </dgm:pt>
    <dgm:pt modelId="{3364A96D-7E82-4125-A68E-EBB68BAAD8B1}" type="pres">
      <dgm:prSet presAssocID="{29217524-64A0-4F72-8BB9-D5C75B34E181}" presName="sibTrans" presStyleCnt="0"/>
      <dgm:spPr/>
    </dgm:pt>
    <dgm:pt modelId="{092D9302-96B4-45D7-A0D3-4091BA989178}" type="pres">
      <dgm:prSet presAssocID="{E69D64F7-EE74-448A-AAF6-E3DFFA6D9BAA}" presName="compNode" presStyleCnt="0"/>
      <dgm:spPr/>
    </dgm:pt>
    <dgm:pt modelId="{64C73C73-6F81-4866-A638-20ECC8C9FC27}" type="pres">
      <dgm:prSet presAssocID="{E69D64F7-EE74-448A-AAF6-E3DFFA6D9BAA}" presName="bgRect" presStyleLbl="bgShp" presStyleIdx="1" presStyleCnt="3"/>
      <dgm:spPr/>
    </dgm:pt>
    <dgm:pt modelId="{16716F67-ED8C-4293-AC12-896DCB26DDD3}" type="pres">
      <dgm:prSet presAssocID="{E69D64F7-EE74-448A-AAF6-E3DFFA6D9BAA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521DECA4-1DC3-42F9-A60E-2D98728CA9A0}" type="pres">
      <dgm:prSet presAssocID="{E69D64F7-EE74-448A-AAF6-E3DFFA6D9BAA}" presName="spaceRect" presStyleCnt="0"/>
      <dgm:spPr/>
    </dgm:pt>
    <dgm:pt modelId="{5D09C404-337C-43BC-B86B-87534219E974}" type="pres">
      <dgm:prSet presAssocID="{E69D64F7-EE74-448A-AAF6-E3DFFA6D9BAA}" presName="parTx" presStyleLbl="revTx" presStyleIdx="1" presStyleCnt="3">
        <dgm:presLayoutVars>
          <dgm:chMax val="0"/>
          <dgm:chPref val="0"/>
        </dgm:presLayoutVars>
      </dgm:prSet>
      <dgm:spPr/>
    </dgm:pt>
    <dgm:pt modelId="{F125A31C-6099-4881-9642-DFB738704050}" type="pres">
      <dgm:prSet presAssocID="{9142B881-E818-46DA-A6E7-3B526A019F0C}" presName="sibTrans" presStyleCnt="0"/>
      <dgm:spPr/>
    </dgm:pt>
    <dgm:pt modelId="{9D65FE7C-C3E4-4369-BD53-3FBD70ED2DF7}" type="pres">
      <dgm:prSet presAssocID="{207E62DE-71CE-4549-87C2-C27B36AD54BB}" presName="compNode" presStyleCnt="0"/>
      <dgm:spPr/>
    </dgm:pt>
    <dgm:pt modelId="{DCF15E64-1FD9-43CD-A805-1D4F13565053}" type="pres">
      <dgm:prSet presAssocID="{207E62DE-71CE-4549-87C2-C27B36AD54BB}" presName="bgRect" presStyleLbl="bgShp" presStyleIdx="2" presStyleCnt="3"/>
      <dgm:spPr/>
    </dgm:pt>
    <dgm:pt modelId="{EAEF0509-636F-4EE4-B57A-0DCD9B6588D5}" type="pres">
      <dgm:prSet presAssocID="{207E62DE-71CE-4549-87C2-C27B36AD54BB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C86D2A10-FF40-4C19-B8C6-37C2AF4AB060}" type="pres">
      <dgm:prSet presAssocID="{207E62DE-71CE-4549-87C2-C27B36AD54BB}" presName="spaceRect" presStyleCnt="0"/>
      <dgm:spPr/>
    </dgm:pt>
    <dgm:pt modelId="{3FE57743-9B3D-4EEF-AE29-DA461AAF3BC4}" type="pres">
      <dgm:prSet presAssocID="{207E62DE-71CE-4549-87C2-C27B36AD54BB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33B832A-74EE-4776-B141-705AB4A4D51B}" type="presOf" srcId="{207E62DE-71CE-4549-87C2-C27B36AD54BB}" destId="{3FE57743-9B3D-4EEF-AE29-DA461AAF3BC4}" srcOrd="0" destOrd="0" presId="urn:microsoft.com/office/officeart/2018/2/layout/IconVerticalSolidList"/>
    <dgm:cxn modelId="{67DD962B-6DFE-4619-88D6-A086D0CC23CE}" type="presOf" srcId="{2EC8F3E5-A87F-48B0-B133-0493E5208729}" destId="{0EF49EF0-67B1-49CC-ADA2-F40B0260B1C3}" srcOrd="0" destOrd="0" presId="urn:microsoft.com/office/officeart/2018/2/layout/IconVerticalSolidList"/>
    <dgm:cxn modelId="{DB28D42D-650D-496A-9A0B-91C186667765}" srcId="{31025953-094C-4EFD-A973-35BC70F9B3F6}" destId="{2EC8F3E5-A87F-48B0-B133-0493E5208729}" srcOrd="0" destOrd="0" parTransId="{D1E757C5-144F-4A71-BF34-609A61033B30}" sibTransId="{29217524-64A0-4F72-8BB9-D5C75B34E181}"/>
    <dgm:cxn modelId="{D10D9566-2D18-41D7-8712-F38727999379}" srcId="{31025953-094C-4EFD-A973-35BC70F9B3F6}" destId="{207E62DE-71CE-4549-87C2-C27B36AD54BB}" srcOrd="2" destOrd="0" parTransId="{5ECAE54F-FBB5-457A-8227-F582C048D35E}" sibTransId="{B9B6C70D-098F-453D-9C8E-F4859D7979FE}"/>
    <dgm:cxn modelId="{33744049-EBDD-4B9D-8151-C341B484E4B2}" type="presOf" srcId="{E69D64F7-EE74-448A-AAF6-E3DFFA6D9BAA}" destId="{5D09C404-337C-43BC-B86B-87534219E974}" srcOrd="0" destOrd="0" presId="urn:microsoft.com/office/officeart/2018/2/layout/IconVerticalSolidList"/>
    <dgm:cxn modelId="{0484D498-39BD-4A67-9EC0-58742625E129}" type="presOf" srcId="{31025953-094C-4EFD-A973-35BC70F9B3F6}" destId="{A8808F13-9B9C-477A-B305-0CF6381BF24D}" srcOrd="0" destOrd="0" presId="urn:microsoft.com/office/officeart/2018/2/layout/IconVerticalSolidList"/>
    <dgm:cxn modelId="{4DCDC3AC-CE5D-4ED4-8702-05509A194C1F}" srcId="{31025953-094C-4EFD-A973-35BC70F9B3F6}" destId="{E69D64F7-EE74-448A-AAF6-E3DFFA6D9BAA}" srcOrd="1" destOrd="0" parTransId="{AE0FF11C-DF63-4A78-8C77-C0257DA9CBCE}" sibTransId="{9142B881-E818-46DA-A6E7-3B526A019F0C}"/>
    <dgm:cxn modelId="{15B65E51-0BCE-4931-AB72-86165756A040}" type="presParOf" srcId="{A8808F13-9B9C-477A-B305-0CF6381BF24D}" destId="{B080DA5F-4941-4851-9732-EF56CDF344B2}" srcOrd="0" destOrd="0" presId="urn:microsoft.com/office/officeart/2018/2/layout/IconVerticalSolidList"/>
    <dgm:cxn modelId="{F0363C11-258A-437A-AA32-AF5BE62D0FB9}" type="presParOf" srcId="{B080DA5F-4941-4851-9732-EF56CDF344B2}" destId="{D563B15B-09E4-4F16-AD43-1300FFBF82AD}" srcOrd="0" destOrd="0" presId="urn:microsoft.com/office/officeart/2018/2/layout/IconVerticalSolidList"/>
    <dgm:cxn modelId="{1841AE39-1054-411B-B9FD-9725E5C25BE9}" type="presParOf" srcId="{B080DA5F-4941-4851-9732-EF56CDF344B2}" destId="{F82C192A-9F39-4EA1-995B-514715D7BB4B}" srcOrd="1" destOrd="0" presId="urn:microsoft.com/office/officeart/2018/2/layout/IconVerticalSolidList"/>
    <dgm:cxn modelId="{A5D53405-5C78-4258-B2A4-DC3DB5C106D2}" type="presParOf" srcId="{B080DA5F-4941-4851-9732-EF56CDF344B2}" destId="{76F54FA7-40AF-4F50-ADBF-89E93673AC3C}" srcOrd="2" destOrd="0" presId="urn:microsoft.com/office/officeart/2018/2/layout/IconVerticalSolidList"/>
    <dgm:cxn modelId="{3DABB1AE-9E27-42DC-B24F-059D4EFB40F2}" type="presParOf" srcId="{B080DA5F-4941-4851-9732-EF56CDF344B2}" destId="{0EF49EF0-67B1-49CC-ADA2-F40B0260B1C3}" srcOrd="3" destOrd="0" presId="urn:microsoft.com/office/officeart/2018/2/layout/IconVerticalSolidList"/>
    <dgm:cxn modelId="{3E4C294C-B95C-4341-9E30-352723B507D3}" type="presParOf" srcId="{A8808F13-9B9C-477A-B305-0CF6381BF24D}" destId="{3364A96D-7E82-4125-A68E-EBB68BAAD8B1}" srcOrd="1" destOrd="0" presId="urn:microsoft.com/office/officeart/2018/2/layout/IconVerticalSolidList"/>
    <dgm:cxn modelId="{B525CC4B-BA06-4207-903B-E57BB34DDFD6}" type="presParOf" srcId="{A8808F13-9B9C-477A-B305-0CF6381BF24D}" destId="{092D9302-96B4-45D7-A0D3-4091BA989178}" srcOrd="2" destOrd="0" presId="urn:microsoft.com/office/officeart/2018/2/layout/IconVerticalSolidList"/>
    <dgm:cxn modelId="{4FEA117C-287D-426B-B3F6-6D60DF1B43EF}" type="presParOf" srcId="{092D9302-96B4-45D7-A0D3-4091BA989178}" destId="{64C73C73-6F81-4866-A638-20ECC8C9FC27}" srcOrd="0" destOrd="0" presId="urn:microsoft.com/office/officeart/2018/2/layout/IconVerticalSolidList"/>
    <dgm:cxn modelId="{C6393DDD-CE4B-47E8-AE0C-0CF6EF265A26}" type="presParOf" srcId="{092D9302-96B4-45D7-A0D3-4091BA989178}" destId="{16716F67-ED8C-4293-AC12-896DCB26DDD3}" srcOrd="1" destOrd="0" presId="urn:microsoft.com/office/officeart/2018/2/layout/IconVerticalSolidList"/>
    <dgm:cxn modelId="{D89C8FE2-FEED-458D-AD0A-8D8144E258FC}" type="presParOf" srcId="{092D9302-96B4-45D7-A0D3-4091BA989178}" destId="{521DECA4-1DC3-42F9-A60E-2D98728CA9A0}" srcOrd="2" destOrd="0" presId="urn:microsoft.com/office/officeart/2018/2/layout/IconVerticalSolidList"/>
    <dgm:cxn modelId="{822AF3B2-A5B7-4C90-A55D-CA9CD4658B9B}" type="presParOf" srcId="{092D9302-96B4-45D7-A0D3-4091BA989178}" destId="{5D09C404-337C-43BC-B86B-87534219E974}" srcOrd="3" destOrd="0" presId="urn:microsoft.com/office/officeart/2018/2/layout/IconVerticalSolidList"/>
    <dgm:cxn modelId="{82FFA81D-FC41-4B6A-8129-A72FFAB0A572}" type="presParOf" srcId="{A8808F13-9B9C-477A-B305-0CF6381BF24D}" destId="{F125A31C-6099-4881-9642-DFB738704050}" srcOrd="3" destOrd="0" presId="urn:microsoft.com/office/officeart/2018/2/layout/IconVerticalSolidList"/>
    <dgm:cxn modelId="{E79C0678-EC48-455C-8D55-B0863BC0E2A1}" type="presParOf" srcId="{A8808F13-9B9C-477A-B305-0CF6381BF24D}" destId="{9D65FE7C-C3E4-4369-BD53-3FBD70ED2DF7}" srcOrd="4" destOrd="0" presId="urn:microsoft.com/office/officeart/2018/2/layout/IconVerticalSolidList"/>
    <dgm:cxn modelId="{93F38FB0-163A-401C-812D-840BD93B28C2}" type="presParOf" srcId="{9D65FE7C-C3E4-4369-BD53-3FBD70ED2DF7}" destId="{DCF15E64-1FD9-43CD-A805-1D4F13565053}" srcOrd="0" destOrd="0" presId="urn:microsoft.com/office/officeart/2018/2/layout/IconVerticalSolidList"/>
    <dgm:cxn modelId="{FE93BF65-B475-40EC-9A75-656883675A08}" type="presParOf" srcId="{9D65FE7C-C3E4-4369-BD53-3FBD70ED2DF7}" destId="{EAEF0509-636F-4EE4-B57A-0DCD9B6588D5}" srcOrd="1" destOrd="0" presId="urn:microsoft.com/office/officeart/2018/2/layout/IconVerticalSolidList"/>
    <dgm:cxn modelId="{3916C718-7E2C-4D34-BC7B-1D216EF9242D}" type="presParOf" srcId="{9D65FE7C-C3E4-4369-BD53-3FBD70ED2DF7}" destId="{C86D2A10-FF40-4C19-B8C6-37C2AF4AB060}" srcOrd="2" destOrd="0" presId="urn:microsoft.com/office/officeart/2018/2/layout/IconVerticalSolidList"/>
    <dgm:cxn modelId="{4DCCA3D7-827B-4134-8459-9BBEBCC18074}" type="presParOf" srcId="{9D65FE7C-C3E4-4369-BD53-3FBD70ED2DF7}" destId="{3FE57743-9B3D-4EEF-AE29-DA461AAF3B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50B7CA-0670-49C5-BA28-CE31D6D40205}">
      <dsp:nvSpPr>
        <dsp:cNvPr id="0" name=""/>
        <dsp:cNvSpPr/>
      </dsp:nvSpPr>
      <dsp:spPr>
        <a:xfrm>
          <a:off x="6589" y="220957"/>
          <a:ext cx="2607994" cy="78239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604" tIns="96604" rIns="96604" bIns="96604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2800" kern="1200" dirty="0"/>
            <a:t>Input</a:t>
          </a:r>
          <a:endParaRPr lang="de-AT" sz="2800" kern="1200" dirty="0"/>
        </a:p>
      </dsp:txBody>
      <dsp:txXfrm>
        <a:off x="241308" y="220957"/>
        <a:ext cx="2138556" cy="782398"/>
      </dsp:txXfrm>
    </dsp:sp>
    <dsp:sp modelId="{E36CD81A-A67D-481E-B6D3-DD571AF376A5}">
      <dsp:nvSpPr>
        <dsp:cNvPr id="0" name=""/>
        <dsp:cNvSpPr/>
      </dsp:nvSpPr>
      <dsp:spPr>
        <a:xfrm>
          <a:off x="6589" y="1003355"/>
          <a:ext cx="2373275" cy="262959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541" tIns="187541" rIns="187541" bIns="375083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Satellite Images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T" sz="1700" kern="1200" dirty="0"/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Open Street Map Land Use Layer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T" sz="1700" kern="1200" dirty="0"/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1700" kern="1200" dirty="0"/>
            <a:t>T</a:t>
          </a:r>
          <a:r>
            <a:rPr lang="en-AT" sz="1700" kern="1200" dirty="0" err="1"/>
            <a:t>ree</a:t>
          </a:r>
          <a:r>
            <a:rPr lang="en-AT" sz="1700" kern="1200" dirty="0"/>
            <a:t> register (“</a:t>
          </a:r>
          <a:r>
            <a:rPr lang="en-AT" sz="1700" kern="1200" dirty="0" err="1"/>
            <a:t>Baumkataster</a:t>
          </a:r>
          <a:r>
            <a:rPr lang="en-AT" sz="1700" kern="1200" dirty="0"/>
            <a:t>”)</a:t>
          </a:r>
        </a:p>
      </dsp:txBody>
      <dsp:txXfrm>
        <a:off x="6589" y="1003355"/>
        <a:ext cx="2373275" cy="2629592"/>
      </dsp:txXfrm>
    </dsp:sp>
    <dsp:sp modelId="{33870E2A-E5CD-4BED-8E86-627BCBBE931A}">
      <dsp:nvSpPr>
        <dsp:cNvPr id="0" name=""/>
        <dsp:cNvSpPr/>
      </dsp:nvSpPr>
      <dsp:spPr>
        <a:xfrm>
          <a:off x="2575824" y="220957"/>
          <a:ext cx="2607994" cy="78239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604" tIns="96604" rIns="96604" bIns="96604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2800" kern="1200" dirty="0"/>
            <a:t>Consider </a:t>
          </a:r>
        </a:p>
      </dsp:txBody>
      <dsp:txXfrm>
        <a:off x="2810543" y="220957"/>
        <a:ext cx="2138556" cy="782398"/>
      </dsp:txXfrm>
    </dsp:sp>
    <dsp:sp modelId="{3ACE3EDB-8C21-4AFE-8E02-5739AE2F28C0}">
      <dsp:nvSpPr>
        <dsp:cNvPr id="0" name=""/>
        <dsp:cNvSpPr/>
      </dsp:nvSpPr>
      <dsp:spPr>
        <a:xfrm>
          <a:off x="2575824" y="1003355"/>
          <a:ext cx="2373275" cy="262959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541" tIns="187541" rIns="187541" bIns="375083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Seasons (multiple)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T" sz="1700" kern="1200" dirty="0"/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Climate Zone (restricted -&gt; middle </a:t>
          </a:r>
          <a:r>
            <a:rPr lang="en-AT" sz="1700" kern="1200" dirty="0" err="1"/>
            <a:t>european</a:t>
          </a:r>
          <a:r>
            <a:rPr lang="en-AT" sz="1700" kern="1200" dirty="0"/>
            <a:t>)</a:t>
          </a:r>
        </a:p>
      </dsp:txBody>
      <dsp:txXfrm>
        <a:off x="2575824" y="1003355"/>
        <a:ext cx="2373275" cy="2629592"/>
      </dsp:txXfrm>
    </dsp:sp>
    <dsp:sp modelId="{3CB18357-C77C-4370-8D66-4D934AC9793B}">
      <dsp:nvSpPr>
        <dsp:cNvPr id="0" name=""/>
        <dsp:cNvSpPr/>
      </dsp:nvSpPr>
      <dsp:spPr>
        <a:xfrm>
          <a:off x="5145059" y="220957"/>
          <a:ext cx="2607994" cy="78239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604" tIns="96604" rIns="96604" bIns="96604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2800" kern="1200"/>
            <a:t>Output </a:t>
          </a:r>
          <a:endParaRPr lang="en-AT" sz="2800" kern="1200" dirty="0"/>
        </a:p>
      </dsp:txBody>
      <dsp:txXfrm>
        <a:off x="5379778" y="220957"/>
        <a:ext cx="2138556" cy="782398"/>
      </dsp:txXfrm>
    </dsp:sp>
    <dsp:sp modelId="{BE929402-A2CF-4123-AE71-3509B105F0AE}">
      <dsp:nvSpPr>
        <dsp:cNvPr id="0" name=""/>
        <dsp:cNvSpPr/>
      </dsp:nvSpPr>
      <dsp:spPr>
        <a:xfrm>
          <a:off x="5145059" y="1003355"/>
          <a:ext cx="2373275" cy="262959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541" tIns="187541" rIns="187541" bIns="375083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/>
            <a:t>Predicted Tree Locations</a:t>
          </a:r>
          <a:endParaRPr lang="de-AT" sz="1700" kern="1200" dirty="0"/>
        </a:p>
      </dsp:txBody>
      <dsp:txXfrm>
        <a:off x="5145059" y="1003355"/>
        <a:ext cx="2373275" cy="26295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63B15B-09E4-4F16-AD43-1300FFBF82AD}">
      <dsp:nvSpPr>
        <dsp:cNvPr id="0" name=""/>
        <dsp:cNvSpPr/>
      </dsp:nvSpPr>
      <dsp:spPr>
        <a:xfrm>
          <a:off x="0" y="516"/>
          <a:ext cx="8210547" cy="120847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2C192A-9F39-4EA1-995B-514715D7BB4B}">
      <dsp:nvSpPr>
        <dsp:cNvPr id="0" name=""/>
        <dsp:cNvSpPr/>
      </dsp:nvSpPr>
      <dsp:spPr>
        <a:xfrm>
          <a:off x="365562" y="272422"/>
          <a:ext cx="664659" cy="664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F49EF0-67B1-49CC-ADA2-F40B0260B1C3}">
      <dsp:nvSpPr>
        <dsp:cNvPr id="0" name=""/>
        <dsp:cNvSpPr/>
      </dsp:nvSpPr>
      <dsp:spPr>
        <a:xfrm>
          <a:off x="1395785" y="516"/>
          <a:ext cx="6814761" cy="12084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897" tIns="127897" rIns="127897" bIns="12789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kern="1200"/>
            <a:t>Limited computational resources on WU Jupyter Hub</a:t>
          </a:r>
          <a:endParaRPr lang="en-US" sz="2500" kern="1200"/>
        </a:p>
      </dsp:txBody>
      <dsp:txXfrm>
        <a:off x="1395785" y="516"/>
        <a:ext cx="6814761" cy="1208472"/>
      </dsp:txXfrm>
    </dsp:sp>
    <dsp:sp modelId="{64C73C73-6F81-4866-A638-20ECC8C9FC27}">
      <dsp:nvSpPr>
        <dsp:cNvPr id="0" name=""/>
        <dsp:cNvSpPr/>
      </dsp:nvSpPr>
      <dsp:spPr>
        <a:xfrm>
          <a:off x="0" y="1511107"/>
          <a:ext cx="8210547" cy="120847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716F67-ED8C-4293-AC12-896DCB26DDD3}">
      <dsp:nvSpPr>
        <dsp:cNvPr id="0" name=""/>
        <dsp:cNvSpPr/>
      </dsp:nvSpPr>
      <dsp:spPr>
        <a:xfrm>
          <a:off x="365562" y="1783013"/>
          <a:ext cx="664659" cy="664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09C404-337C-43BC-B86B-87534219E974}">
      <dsp:nvSpPr>
        <dsp:cNvPr id="0" name=""/>
        <dsp:cNvSpPr/>
      </dsp:nvSpPr>
      <dsp:spPr>
        <a:xfrm>
          <a:off x="1395785" y="1511107"/>
          <a:ext cx="6814761" cy="12084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897" tIns="127897" rIns="127897" bIns="12789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kern="1200"/>
            <a:t>Sparse data</a:t>
          </a:r>
          <a:endParaRPr lang="en-US" sz="2500" kern="1200"/>
        </a:p>
      </dsp:txBody>
      <dsp:txXfrm>
        <a:off x="1395785" y="1511107"/>
        <a:ext cx="6814761" cy="1208472"/>
      </dsp:txXfrm>
    </dsp:sp>
    <dsp:sp modelId="{DCF15E64-1FD9-43CD-A805-1D4F13565053}">
      <dsp:nvSpPr>
        <dsp:cNvPr id="0" name=""/>
        <dsp:cNvSpPr/>
      </dsp:nvSpPr>
      <dsp:spPr>
        <a:xfrm>
          <a:off x="0" y="3021697"/>
          <a:ext cx="8210547" cy="120847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EF0509-636F-4EE4-B57A-0DCD9B6588D5}">
      <dsp:nvSpPr>
        <dsp:cNvPr id="0" name=""/>
        <dsp:cNvSpPr/>
      </dsp:nvSpPr>
      <dsp:spPr>
        <a:xfrm>
          <a:off x="365562" y="3293604"/>
          <a:ext cx="664659" cy="664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E57743-9B3D-4EEF-AE29-DA461AAF3BC4}">
      <dsp:nvSpPr>
        <dsp:cNvPr id="0" name=""/>
        <dsp:cNvSpPr/>
      </dsp:nvSpPr>
      <dsp:spPr>
        <a:xfrm>
          <a:off x="1395785" y="3021697"/>
          <a:ext cx="6814761" cy="12084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897" tIns="127897" rIns="127897" bIns="12789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kern="1200"/>
            <a:t>Final data base size</a:t>
          </a:r>
          <a:endParaRPr lang="en-US" sz="2500" kern="1200"/>
        </a:p>
      </dsp:txBody>
      <dsp:txXfrm>
        <a:off x="1395785" y="3021697"/>
        <a:ext cx="6814761" cy="12084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de-AT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19.04.2026</a:t>
            </a:fld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de-AT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de-AT" smtClean="0"/>
              <a:pPr/>
              <a:t>19.04.2026</a:t>
            </a:fld>
            <a:endParaRPr lang="de-AT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de-AT" smtClean="0"/>
              <a:pPr/>
              <a:t>‹#›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9565955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&lt;</a:t>
            </a:r>
            <a:r>
              <a:rPr lang="en-AT" dirty="0" err="1"/>
              <a:t>hitze</a:t>
            </a:r>
            <a:r>
              <a:rPr lang="en-AT" dirty="0"/>
              <a:t> </a:t>
            </a:r>
            <a:r>
              <a:rPr lang="en-AT" dirty="0" err="1"/>
              <a:t>grafik</a:t>
            </a:r>
            <a:r>
              <a:rPr lang="en-AT" dirty="0"/>
              <a:t>&gt; - </a:t>
            </a:r>
            <a:r>
              <a:rPr lang="en-AT" dirty="0" err="1"/>
              <a:t>wärmebild</a:t>
            </a:r>
            <a:r>
              <a:rPr lang="en-AT" dirty="0"/>
              <a:t> </a:t>
            </a:r>
            <a:r>
              <a:rPr lang="en-AT" dirty="0" err="1"/>
              <a:t>zB</a:t>
            </a:r>
            <a:endParaRPr lang="en-AT" dirty="0"/>
          </a:p>
          <a:p>
            <a:r>
              <a:rPr lang="de-AT" dirty="0"/>
              <a:t>R</a:t>
            </a:r>
            <a:r>
              <a:rPr lang="en-AT" dirty="0" err="1"/>
              <a:t>eden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</a:t>
            </a:r>
            <a:r>
              <a:rPr lang="en-AT" dirty="0" err="1"/>
              <a:t>klimawandel</a:t>
            </a:r>
            <a:r>
              <a:rPr lang="en-AT" dirty="0"/>
              <a:t> – es </a:t>
            </a:r>
            <a:r>
              <a:rPr lang="en-AT" dirty="0" err="1"/>
              <a:t>wird</a:t>
            </a:r>
            <a:r>
              <a:rPr lang="en-AT" dirty="0"/>
              <a:t> </a:t>
            </a:r>
            <a:r>
              <a:rPr lang="en-AT" dirty="0" err="1"/>
              <a:t>wärmer</a:t>
            </a:r>
            <a:r>
              <a:rPr lang="en-AT" dirty="0"/>
              <a:t>, </a:t>
            </a:r>
            <a:r>
              <a:rPr lang="en-AT" dirty="0" err="1"/>
              <a:t>hitze</a:t>
            </a:r>
            <a:r>
              <a:rPr lang="en-AT" dirty="0"/>
              <a:t>, </a:t>
            </a:r>
            <a:r>
              <a:rPr lang="en-AT" dirty="0" err="1"/>
              <a:t>gefahren</a:t>
            </a:r>
            <a:endParaRPr lang="en-AT" dirty="0"/>
          </a:p>
          <a:p>
            <a:endParaRPr lang="en-AT" dirty="0"/>
          </a:p>
          <a:p>
            <a:r>
              <a:rPr lang="en-AT" dirty="0"/>
              <a:t>&lt;</a:t>
            </a:r>
            <a:r>
              <a:rPr lang="en-AT" dirty="0" err="1"/>
              <a:t>bild</a:t>
            </a:r>
            <a:r>
              <a:rPr lang="en-AT" dirty="0"/>
              <a:t> </a:t>
            </a:r>
            <a:r>
              <a:rPr lang="en-AT" dirty="0" err="1"/>
              <a:t>grün</a:t>
            </a:r>
            <a:r>
              <a:rPr lang="en-AT" dirty="0"/>
              <a:t>, </a:t>
            </a:r>
            <a:r>
              <a:rPr lang="en-AT" dirty="0" err="1"/>
              <a:t>bäume</a:t>
            </a:r>
            <a:r>
              <a:rPr lang="en-AT" dirty="0"/>
              <a:t>&gt;</a:t>
            </a:r>
          </a:p>
          <a:p>
            <a:r>
              <a:rPr lang="de-AT" dirty="0"/>
              <a:t>R</a:t>
            </a:r>
            <a:r>
              <a:rPr lang="en-AT" dirty="0" err="1"/>
              <a:t>eden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</a:t>
            </a:r>
            <a:r>
              <a:rPr lang="en-AT" dirty="0" err="1"/>
              <a:t>kühlfaktor</a:t>
            </a:r>
            <a:r>
              <a:rPr lang="en-AT" dirty="0"/>
              <a:t> von </a:t>
            </a:r>
            <a:r>
              <a:rPr lang="en-AT" dirty="0" err="1"/>
              <a:t>bäumen</a:t>
            </a:r>
            <a:endParaRPr lang="en-AT" dirty="0"/>
          </a:p>
          <a:p>
            <a:r>
              <a:rPr lang="en-AT" dirty="0" err="1"/>
              <a:t>Bäume</a:t>
            </a:r>
            <a:r>
              <a:rPr lang="en-AT" dirty="0"/>
              <a:t>: </a:t>
            </a:r>
            <a:r>
              <a:rPr lang="en-AT" dirty="0" err="1"/>
              <a:t>Mikroklima</a:t>
            </a:r>
            <a:endParaRPr lang="en-AT" dirty="0"/>
          </a:p>
          <a:p>
            <a:r>
              <a:rPr lang="en-AT" dirty="0" err="1"/>
              <a:t>Bäume</a:t>
            </a:r>
            <a:r>
              <a:rPr lang="en-AT" dirty="0"/>
              <a:t> </a:t>
            </a:r>
            <a:r>
              <a:rPr lang="en-AT" dirty="0" err="1"/>
              <a:t>Hochwasserschutz</a:t>
            </a:r>
            <a:endParaRPr lang="en-AT" dirty="0"/>
          </a:p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4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872475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&lt;Logo Infrared&gt; - </a:t>
            </a:r>
            <a:r>
              <a:rPr lang="en-AT" dirty="0" err="1"/>
              <a:t>kurz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den </a:t>
            </a:r>
            <a:r>
              <a:rPr lang="en-AT" dirty="0" err="1"/>
              <a:t>firmenpartner</a:t>
            </a:r>
            <a:r>
              <a:rPr lang="en-AT" dirty="0"/>
              <a:t> </a:t>
            </a:r>
            <a:r>
              <a:rPr lang="en-AT" dirty="0" err="1"/>
              <a:t>reden</a:t>
            </a:r>
            <a:endParaRPr lang="en-AT" dirty="0"/>
          </a:p>
          <a:p>
            <a:r>
              <a:rPr lang="en-AT" dirty="0"/>
              <a:t>&lt;</a:t>
            </a:r>
            <a:r>
              <a:rPr lang="en-AT" dirty="0" err="1"/>
              <a:t>Vorjahresprojekte</a:t>
            </a:r>
            <a:r>
              <a:rPr lang="en-AT" dirty="0"/>
              <a:t> </a:t>
            </a:r>
            <a:r>
              <a:rPr lang="en-AT" dirty="0" err="1"/>
              <a:t>referenzieren</a:t>
            </a:r>
            <a:r>
              <a:rPr lang="en-AT" dirty="0"/>
              <a:t>&gt;</a:t>
            </a:r>
          </a:p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5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81956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A</a:t>
            </a:r>
            <a:r>
              <a:rPr lang="en-AT" dirty="0" err="1"/>
              <a:t>dditonal</a:t>
            </a:r>
            <a:r>
              <a:rPr lang="en-AT" dirty="0"/>
              <a:t> talk</a:t>
            </a:r>
          </a:p>
          <a:p>
            <a:r>
              <a:rPr lang="en-AT" dirty="0"/>
              <a:t>Out of scope: </a:t>
            </a:r>
          </a:p>
          <a:p>
            <a:pPr lvl="1"/>
            <a:r>
              <a:rPr lang="en-AT" dirty="0" err="1"/>
              <a:t>Simulationen</a:t>
            </a:r>
            <a:r>
              <a:rPr lang="en-AT" dirty="0"/>
              <a:t> (Hitze, </a:t>
            </a:r>
            <a:r>
              <a:rPr lang="en-AT" dirty="0" err="1"/>
              <a:t>flut</a:t>
            </a:r>
            <a:r>
              <a:rPr lang="en-AT" dirty="0"/>
              <a:t>). </a:t>
            </a:r>
          </a:p>
          <a:p>
            <a:pPr lvl="1"/>
            <a:r>
              <a:rPr lang="en-AT" dirty="0"/>
              <a:t>Kleine </a:t>
            </a:r>
            <a:r>
              <a:rPr lang="en-AT" dirty="0" err="1"/>
              <a:t>einzelbäume</a:t>
            </a:r>
            <a:r>
              <a:rPr lang="en-AT" dirty="0"/>
              <a:t> (die in </a:t>
            </a:r>
            <a:r>
              <a:rPr lang="en-AT" dirty="0" err="1"/>
              <a:t>auflösung</a:t>
            </a:r>
            <a:r>
              <a:rPr lang="en-AT" dirty="0"/>
              <a:t> </a:t>
            </a:r>
            <a:r>
              <a:rPr lang="en-AT" dirty="0" err="1"/>
              <a:t>unter</a:t>
            </a:r>
            <a:r>
              <a:rPr lang="en-AT" dirty="0"/>
              <a:t> </a:t>
            </a:r>
            <a:r>
              <a:rPr lang="en-AT" dirty="0" err="1"/>
              <a:t>gehen</a:t>
            </a:r>
            <a:r>
              <a:rPr lang="en-AT" dirty="0"/>
              <a:t>)</a:t>
            </a:r>
            <a:endParaRPr lang="de-AT" dirty="0"/>
          </a:p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6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291532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12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2219628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13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708938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pic>
        <p:nvPicPr>
          <p:cNvPr id="16" name="Grafik 15">
            <a:extLst>
              <a:ext uri="{FF2B5EF4-FFF2-40B4-BE49-F238E27FC236}">
                <a16:creationId xmlns:a16="http://schemas.microsoft.com/office/drawing/2014/main" id="{BCE2647B-5073-4CAC-9C5E-8009FCC0536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77A3717-F920-47F5-9A6A-43B4555D244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6A3FCC5-1509-445E-BE36-5F597590EDBB}"/>
              </a:ext>
            </a:extLst>
          </p:cNvPr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1731679"/>
          </a:xfrm>
        </p:grpSpPr>
        <p:sp>
          <p:nvSpPr>
            <p:cNvPr id="13" name="Rechteck 12"/>
            <p:cNvSpPr/>
            <p:nvPr userDrawn="1"/>
          </p:nvSpPr>
          <p:spPr>
            <a:xfrm>
              <a:off x="6192000" y="603319"/>
              <a:ext cx="2648188" cy="17316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1731679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8" y="1296154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 userDrawn="1">
            <p:ph type="body" sz="quarter" idx="11"/>
          </p:nvPr>
        </p:nvSpPr>
        <p:spPr bwMode="white">
          <a:xfrm>
            <a:off x="287338" y="2642906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 userDrawn="1"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D5C1542-29B8-4AE1-B0C9-CD406CE5EF8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234A93-CFFB-4237-9659-D02118469D8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AT" dirty="0"/>
              <a:t>Textmasterformat durch Klicken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E4B0F6-B814-432F-A5EF-779CD4E3E58E}" type="datetime1">
              <a:rPr lang="de-AT" smtClean="0"/>
              <a:t>19.04.2026</a:t>
            </a:fld>
            <a:endParaRPr lang="de-AT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B662EC1-7F7E-4F35-9E96-6A12310053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CB48493-A0F2-468C-986D-2A150B5DEF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41369"/>
            <a:ext cx="1831485" cy="29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413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68921D79-517C-4187-882B-8B1EFDBF5E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03EC835-F8EC-46FF-A7D8-2C72534AF7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41369"/>
            <a:ext cx="1831485" cy="29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F116690-1CA5-4CDF-B922-0BB3C7E060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2C9326-2A46-4857-9E76-0DB2F283D62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3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A475DBF-FF8A-499C-9A9D-A1690ED3361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D71C56E8-CA3B-4481-B593-3FAEA5B8938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3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7" name="Rechteck 16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8" name="Rechteck 17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56068296-11E8-4929-AA24-078FC628B7B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6EC7758-8011-47AD-A756-F263091D5BB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B897B33-8355-44AC-8129-26BF5973F3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E00495DC-0F57-4304-BBFD-BB5FA5288F7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EF16FBD4-A1A0-4C0D-8ECA-591A550A295A}" type="datetime1">
              <a:rPr lang="de-AT" smtClean="0"/>
              <a:t>19.04.2026</a:t>
            </a:fld>
            <a:endParaRPr lang="de-AT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81D7EAB-0BA7-4E01-91B2-EC9EF18DB6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E0998BC-97DF-4E25-87DA-15ED5E16C46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F16FBD4-A1A0-4C0D-8ECA-591A550A295A}" type="datetime1">
              <a:rPr lang="de-AT" smtClean="0"/>
              <a:t>19.04.2026</a:t>
            </a:fld>
            <a:endParaRPr lang="de-A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8CE3C7E9-F05D-4DB6-844F-097DC39A0A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DCF4C52-7450-4216-AD35-23E4508F83A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de-AT" dirty="0"/>
              <a:t>Platzhalter für Objekte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3B1CA4E-C398-49A1-9CD7-D9ACEA72DB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0548-BB61-4975-B080-1B6E0D52ECC3}" type="datetime1">
              <a:rPr lang="de-AT" smtClean="0"/>
              <a:t>19.04.2026</a:t>
            </a:fld>
            <a:endParaRPr lang="de-AT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de-AT" dirty="0"/>
              <a:t>Text hier einfügen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208B580-4914-472C-873D-0ABC3D2F1944}" type="datetime1">
              <a:rPr lang="de-AT" smtClean="0"/>
              <a:t>19.04.2026</a:t>
            </a:fld>
            <a:endParaRPr lang="de-AT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de-AT" dirty="0"/>
              <a:t>Text hier einfügen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de-AT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de-AT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 Adressdaten eingeben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60B22D8-19A8-4750-AD83-286C35A4BCEC}" type="datetime1">
              <a:rPr lang="de-AT" smtClean="0"/>
              <a:t>19.04.2026</a:t>
            </a:fld>
            <a:endParaRPr lang="de-AT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E3A7D816-8143-4089-A674-7FBE2F1D70EC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de-AT" dirty="0"/>
              <a:t>Textmasterformate durch Klicken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 dirty="0"/>
              <a:t>Fusszeile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F16FBD4-A1A0-4C0D-8ECA-591A550A295A}" type="datetime1">
              <a:rPr lang="de-AT" smtClean="0"/>
              <a:pPr/>
              <a:t>19.04.2026</a:t>
            </a:fld>
            <a:endParaRPr lang="de-AT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de-AT" dirty="0"/>
              <a:t>Titelmasterformat durch </a:t>
            </a:r>
            <a:br>
              <a:rPr lang="de-AT" dirty="0"/>
            </a:br>
            <a:r>
              <a:rPr lang="de-AT" dirty="0"/>
              <a:t>Klicken bearbeiten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229F41FE-2827-48CB-9F30-E0C597752410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>
          <a:xfrm>
            <a:off x="605405" y="1301365"/>
            <a:ext cx="5487111" cy="1026000"/>
          </a:xfrm>
        </p:spPr>
        <p:txBody>
          <a:bodyPr/>
          <a:lstStyle/>
          <a:p>
            <a:r>
              <a:rPr lang="en-AT" dirty="0"/>
              <a:t>Tree Detection</a:t>
            </a:r>
            <a:endParaRPr lang="de-AT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dirty="0"/>
              <a:t>infrared.city-1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1"/>
          </p:nvPr>
        </p:nvSpPr>
        <p:spPr>
          <a:xfrm>
            <a:off x="287338" y="2695204"/>
            <a:ext cx="3392933" cy="956773"/>
          </a:xfrm>
        </p:spPr>
        <p:txBody>
          <a:bodyPr tIns="108000" bIns="108000"/>
          <a:lstStyle/>
          <a:p>
            <a:r>
              <a:rPr lang="pt-BR" dirty="0"/>
              <a:t>Moritz H</a:t>
            </a:r>
            <a:r>
              <a:rPr lang="en-AT" dirty="0"/>
              <a:t>ö</a:t>
            </a:r>
            <a:r>
              <a:rPr lang="pt-BR" dirty="0"/>
              <a:t>rmansdorfer</a:t>
            </a:r>
            <a:br>
              <a:rPr lang="en-AT" dirty="0"/>
            </a:br>
            <a:r>
              <a:rPr lang="pt-BR" dirty="0"/>
              <a:t>Sara Klasov</a:t>
            </a:r>
            <a:r>
              <a:rPr lang="en-AT" dirty="0"/>
              <a:t>á</a:t>
            </a:r>
            <a:r>
              <a:rPr lang="pt-BR" dirty="0"/>
              <a:t> </a:t>
            </a:r>
            <a:br>
              <a:rPr lang="en-AT" dirty="0"/>
            </a:br>
            <a:r>
              <a:rPr lang="pt-BR" dirty="0"/>
              <a:t>Dominik Oberhumer </a:t>
            </a:r>
            <a:br>
              <a:rPr lang="en-AT" dirty="0"/>
            </a:br>
            <a:r>
              <a:rPr lang="pt-BR" dirty="0"/>
              <a:t>Nina Salnikow</a:t>
            </a:r>
            <a:endParaRPr lang="de-AT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AT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198723101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694357-503C-B614-1EED-799201F2002E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BulletedText"/>
                  </p202:designTagLst>
                </p202:designPr>
              </p:ext>
            </p:extLst>
          </p:nvPr>
        </p:nvSpPr>
        <p:spPr>
          <a:xfrm>
            <a:off x="462019" y="1344613"/>
            <a:ext cx="7759644" cy="3853905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Project Outline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ML Pipeline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Problems</a:t>
            </a:r>
          </a:p>
          <a:p>
            <a:pPr>
              <a:buFont typeface="Arial" panose="020B0604020202020204" pitchFamily="34" charset="0"/>
              <a:buChar char="•"/>
            </a:pPr>
            <a:endParaRPr lang="en-AT" dirty="0"/>
          </a:p>
          <a:p>
            <a:pPr>
              <a:buFont typeface="Arial" panose="020B0604020202020204" pitchFamily="34" charset="0"/>
              <a:buChar char="•"/>
            </a:pPr>
            <a:endParaRPr lang="de-AT" dirty="0"/>
          </a:p>
        </p:txBody>
      </p:sp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4F789658-D253-D456-807A-8FA25B857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AT" dirty="0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2</a:t>
            </a:fld>
            <a:endParaRPr lang="de-AT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8C4412-78CF-CAC3-B202-CF9A939C8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de-AT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9821201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D6CCD093-8E48-7105-9335-0C6CF034759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78A38ED-D965-8D8C-CE06-352C317461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dirty="0"/>
              <a:t>Introduction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372F8-276C-039B-1BC1-220CF67F7CB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48148943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Split-view photograph contrasting two urban scenes: left side shows a city street under heavy smog with orange sky and visible heat waves rising from buildings, indicating severe air pollution; right side depicts the same street on a clear day with blue sky, abundant green trees lining the road, and clean air. The comparison highlights environmental impact of pollution versus benefits of urban greenery and clean atmosphere.">
            <a:extLst>
              <a:ext uri="{FF2B5EF4-FFF2-40B4-BE49-F238E27FC236}">
                <a16:creationId xmlns:a16="http://schemas.microsoft.com/office/drawing/2014/main" id="{817AE94E-8767-9C78-711A-EC85BA29A4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8870" r="-1" b="-1"/>
          <a:stretch>
            <a:fillRect/>
          </a:stretch>
        </p:blipFill>
        <p:spPr>
          <a:xfrm>
            <a:off x="551310" y="1194067"/>
            <a:ext cx="7759644" cy="3853905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F5F5-7299-FF75-DEFE-16913BEC7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4</a:t>
            </a:fld>
            <a:endParaRPr lang="de-AT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F9EB10-CE87-797F-8568-E2D1C7AF7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en-AT" dirty="0"/>
              <a:t>Introduction - Problem</a:t>
            </a:r>
            <a:endParaRPr lang="de-A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470621-219C-1C1A-B415-66961CFA28B3}"/>
              </a:ext>
            </a:extLst>
          </p:cNvPr>
          <p:cNvSpPr txBox="1"/>
          <p:nvPr/>
        </p:nvSpPr>
        <p:spPr>
          <a:xfrm>
            <a:off x="5452353" y="5047972"/>
            <a:ext cx="29995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sz="1000" dirty="0"/>
              <a:t>Generated by Nano Banana 2 (18.04.2026)</a:t>
            </a:r>
            <a:endParaRPr lang="de-AT" sz="1000" dirty="0"/>
          </a:p>
        </p:txBody>
      </p:sp>
    </p:spTree>
    <p:extLst>
      <p:ext uri="{BB962C8B-B14F-4D97-AF65-F5344CB8AC3E}">
        <p14:creationId xmlns:p14="http://schemas.microsoft.com/office/powerpoint/2010/main" val="209624929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D100B-FEDE-01FA-15CF-FE363BF1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0998CE-9581-AABF-DCF5-DEF07AAE9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 err="1"/>
              <a:t>Infrared.city</a:t>
            </a:r>
            <a:endParaRPr lang="en-AT" dirty="0"/>
          </a:p>
          <a:p>
            <a:pPr lvl="1"/>
            <a:r>
              <a:rPr lang="de-AT" dirty="0"/>
              <a:t>C</a:t>
            </a:r>
            <a:r>
              <a:rPr lang="en-AT" dirty="0" err="1"/>
              <a:t>limate</a:t>
            </a:r>
            <a:r>
              <a:rPr lang="en-AT" dirty="0"/>
              <a:t> simulation platform</a:t>
            </a:r>
          </a:p>
          <a:p>
            <a:pPr lvl="1"/>
            <a:r>
              <a:rPr lang="en-AT" dirty="0"/>
              <a:t>AI-powered</a:t>
            </a:r>
          </a:p>
          <a:p>
            <a:pPr lvl="1"/>
            <a:r>
              <a:rPr lang="en-AT" dirty="0"/>
              <a:t>Simulates: thermal stress, wind comfort, etc.</a:t>
            </a:r>
          </a:p>
          <a:p>
            <a:pPr lvl="1"/>
            <a:r>
              <a:rPr lang="de-AT" dirty="0"/>
              <a:t>U</a:t>
            </a:r>
            <a:r>
              <a:rPr lang="en-AT" dirty="0" err="1"/>
              <a:t>sed</a:t>
            </a:r>
            <a:r>
              <a:rPr lang="en-AT" dirty="0"/>
              <a:t> by: architects, city government, etc.</a:t>
            </a:r>
          </a:p>
          <a:p>
            <a:pPr lvl="1"/>
            <a:endParaRPr lang="en-AT" dirty="0"/>
          </a:p>
          <a:p>
            <a:r>
              <a:rPr lang="en-AT" dirty="0"/>
              <a:t>Previous projects</a:t>
            </a:r>
          </a:p>
          <a:p>
            <a:pPr lvl="1"/>
            <a:r>
              <a:rPr lang="en-AT" dirty="0"/>
              <a:t>Detected Flood Risk</a:t>
            </a:r>
          </a:p>
          <a:p>
            <a:pPr lvl="1"/>
            <a:r>
              <a:rPr lang="de-AT" dirty="0"/>
              <a:t>D</a:t>
            </a:r>
            <a:r>
              <a:rPr lang="en-AT" dirty="0" err="1"/>
              <a:t>etected</a:t>
            </a:r>
            <a:r>
              <a:rPr lang="en-AT" dirty="0"/>
              <a:t> Greenspace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FDE91-CCD3-18A2-BE6E-4A1B011CB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5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FB909EC-5B0E-DDEA-8EC7-3BF2DEB0B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Introduction - Context</a:t>
            </a:r>
            <a:endParaRPr lang="de-A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C00A30-799E-969A-6BD8-EFE8CE99D9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8385" y="1417198"/>
            <a:ext cx="4693596" cy="674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73921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Footer Placeholder 3">
            <a:extLst>
              <a:ext uri="{FF2B5EF4-FFF2-40B4-BE49-F238E27FC236}">
                <a16:creationId xmlns:a16="http://schemas.microsoft.com/office/drawing/2014/main" id="{65B59FCF-21AC-54CD-B0B2-A11ED162F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250EA5-2055-EE81-72DE-79F3DC45E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6</a:t>
            </a:fld>
            <a:endParaRPr lang="de-AT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724D8D-8F49-F6D8-7959-06B7DCFC7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en-AT" dirty="0"/>
              <a:t>Introduction – Project Outline</a:t>
            </a:r>
            <a:endParaRPr lang="de-AT" dirty="0"/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262296DC-0530-78F7-605F-BD422EC054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6511726"/>
              </p:ext>
            </p:extLst>
          </p:nvPr>
        </p:nvGraphicFramePr>
        <p:xfrm>
          <a:off x="462019" y="1344613"/>
          <a:ext cx="7759644" cy="38539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480902647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A9787-3D65-3BEC-6313-2A969AFE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51A5E02-4242-D600-A920-0DAB419AC7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1D3E41C-4FB2-0BCD-907D-CEAE3AA9E0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dirty="0"/>
              <a:t>Data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DD7BD-0339-92CF-FB96-5FB245E924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53633624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2E7214-4F08-BCA5-CB79-65FC9D811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Nina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74743-AD10-D86E-4282-53F1AD842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8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E097C4-4CD3-17AD-A19F-A83E6249D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Data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16109343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52552-A00A-904C-7C5B-1060AC6B9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DEE036EB-28F2-D729-CAF5-479DBCDF239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14F809-7769-243A-89F5-C8A05A3B24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dirty="0"/>
              <a:t>EDA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C7969-4824-F50A-DB54-40F24F006B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0791764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2892A8-59FD-BDE2-5C31-E8A339179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Sara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2B74D9-3E76-D0C8-63E6-C2C85C9B0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10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60DEAA2-3E85-9897-D9BB-34B7F9CC3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EDA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67099027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8064-ED54-24FD-9DDA-6A49A4C1D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E7777D16-03AB-0A96-7198-944DB3591A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39B1456-DDC3-2B4C-B3DD-340D9058CB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dirty="0"/>
              <a:t>ML Pipeline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B18E5-A68F-3E1A-0FF7-783324C416B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11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2581398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566076-D74B-486C-F520-9051D41D4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12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6D4E55-CBA9-89D7-0CE9-EF7E41234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Model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5F3477-C139-866C-B79D-08CCFB941A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825" y="1203728"/>
            <a:ext cx="7372350" cy="404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6714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58357E-35BE-24C8-66D7-0B3C2FA88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8643C-9F0C-6D6B-69DD-9FD3D6B74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13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20849D2-B9BE-625C-FAD7-EF625DC76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First </a:t>
            </a:r>
            <a:r>
              <a:rPr lang="de-AT" dirty="0" err="1"/>
              <a:t>results</a:t>
            </a:r>
            <a:endParaRPr lang="de-A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56B433-53B6-89DE-CEA4-87E7D43828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545" y="1268072"/>
            <a:ext cx="1732044" cy="17320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DBA26F-193C-8B19-3E21-05AF202D8E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144" y="1240289"/>
            <a:ext cx="2160000" cy="18175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D1E02C1-8049-107B-CD31-0CA00F3736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065" y="1201086"/>
            <a:ext cx="2160000" cy="18760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8928197-98CD-545B-03CC-DD6D0EE723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545" y="3185634"/>
            <a:ext cx="1731600" cy="1731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75573F0-531F-EB0F-C4DC-F4388744F05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145" y="3142682"/>
            <a:ext cx="2160000" cy="181750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0BD22CF-75C4-12DE-B9C3-C31A34E08F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7126" y="3122804"/>
            <a:ext cx="2160000" cy="1876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67724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B34AEE-C292-F9D9-E0D1-5FCDC4503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en-AT" dirty="0"/>
              <a:t>Problems</a:t>
            </a:r>
            <a:endParaRPr lang="de-AT" dirty="0"/>
          </a:p>
        </p:txBody>
      </p:sp>
      <p:graphicFrame>
        <p:nvGraphicFramePr>
          <p:cNvPr id="7" name="Content Placeholder 1">
            <a:extLst>
              <a:ext uri="{FF2B5EF4-FFF2-40B4-BE49-F238E27FC236}">
                <a16:creationId xmlns:a16="http://schemas.microsoft.com/office/drawing/2014/main" id="{E5565217-4E53-ED8F-5CD3-B4F73A161F65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503758250"/>
              </p:ext>
            </p:extLst>
          </p:nvPr>
        </p:nvGraphicFramePr>
        <p:xfrm>
          <a:off x="466726" y="1268413"/>
          <a:ext cx="8210547" cy="42306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106B0CDD-22CD-F2C3-CDA9-CB13E464927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462407" y="5412059"/>
            <a:ext cx="892150" cy="25808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14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28913258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9693A6-9344-C5E4-3755-8973C9E05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FC2F18-AA5F-703D-E941-865891491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15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17993FF-05FC-40D7-1E06-61B1A287D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Discussion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722022222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German Austria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Musterpräsentation 16x10.potx" id="{89FEFAF3-4721-453B-9DDB-5601F7C9FC5D}" vid="{640991EF-C554-4C4C-9E8E-1E5B46439C74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2" ma:contentTypeDescription="Ein neues Dokument erstellen." ma:contentTypeScope="" ma:versionID="b5ccb5bb211b6ddcc624790d84f2bb9f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046596c9011a87760a505164f9d920d3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Musterpräsentation im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  <SharedWithUsers xmlns="08b0a3ee-3d2a-451c-9a1a-7e5d5b0c9c77">
      <UserInfo>
        <DisplayName>Hernandez Perez, Laura</DisplayName>
        <AccountId>6100</AccountId>
        <AccountType/>
      </UserInfo>
      <UserInfo>
        <DisplayName>Hermann, Anett</DisplayName>
        <AccountId>2869</AccountId>
        <AccountType/>
      </UserInfo>
    </SharedWithUsers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69B4889-3CCA-46C6-8FD4-B0AB941A4B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8DFAF-C9AD-4CE5-A221-45D64FB05328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3.xml><?xml version="1.0" encoding="utf-8"?>
<ds:datastoreItem xmlns:ds="http://schemas.openxmlformats.org/officeDocument/2006/customXml" ds:itemID="{9346B3ED-06B1-4DE8-9648-0F78B5B453B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Musterpräsentation 16x10</Template>
  <TotalTime>0</TotalTime>
  <Words>250</Words>
  <Application>Microsoft Office PowerPoint</Application>
  <PresentationFormat>On-screen Show (16:10)</PresentationFormat>
  <Paragraphs>82</Paragraphs>
  <Slides>15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Georgia</vt:lpstr>
      <vt:lpstr>Verdana</vt:lpstr>
      <vt:lpstr>Wingdings</vt:lpstr>
      <vt:lpstr>WU 16:10</vt:lpstr>
      <vt:lpstr>Tree Detection</vt:lpstr>
      <vt:lpstr>Agenda</vt:lpstr>
      <vt:lpstr>Introduction</vt:lpstr>
      <vt:lpstr>Introduction - Problem</vt:lpstr>
      <vt:lpstr>Introduction - Context</vt:lpstr>
      <vt:lpstr>Introduction – Project Outline</vt:lpstr>
      <vt:lpstr>Data</vt:lpstr>
      <vt:lpstr>Data</vt:lpstr>
      <vt:lpstr>EDA</vt:lpstr>
      <vt:lpstr>EDA</vt:lpstr>
      <vt:lpstr>ML Pipeline</vt:lpstr>
      <vt:lpstr>Model</vt:lpstr>
      <vt:lpstr>First results</vt:lpstr>
      <vt:lpstr>Problems</vt:lpstr>
      <vt:lpstr>Discussion</vt:lpstr>
    </vt:vector>
  </TitlesOfParts>
  <Company>Vienna University of Economics and Business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Präsentationsvorlage</dc:title>
  <dc:creator>Matejka, Gabriel</dc:creator>
  <cp:lastModifiedBy>Hörmansdorfer, Moritz</cp:lastModifiedBy>
  <cp:revision>10</cp:revision>
  <dcterms:created xsi:type="dcterms:W3CDTF">2024-03-18T10:24:09Z</dcterms:created>
  <dcterms:modified xsi:type="dcterms:W3CDTF">2026-04-19T17:23:23Z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