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60" r:id="rId4"/>
  </p:sldMasterIdLst>
  <p:notesMasterIdLst>
    <p:notesMasterId r:id="rId25"/>
  </p:notesMasterIdLst>
  <p:handoutMasterIdLst>
    <p:handoutMasterId r:id="rId26"/>
  </p:handoutMasterIdLst>
  <p:sldIdLst>
    <p:sldId id="278" r:id="rId5"/>
    <p:sldId id="279" r:id="rId6"/>
    <p:sldId id="289" r:id="rId7"/>
    <p:sldId id="280" r:id="rId8"/>
    <p:sldId id="283" r:id="rId9"/>
    <p:sldId id="284" r:id="rId10"/>
    <p:sldId id="290" r:id="rId11"/>
    <p:sldId id="298" r:id="rId12"/>
    <p:sldId id="282" r:id="rId13"/>
    <p:sldId id="296" r:id="rId14"/>
    <p:sldId id="291" r:id="rId15"/>
    <p:sldId id="285" r:id="rId16"/>
    <p:sldId id="294" r:id="rId17"/>
    <p:sldId id="295" r:id="rId18"/>
    <p:sldId id="292" r:id="rId19"/>
    <p:sldId id="286" r:id="rId20"/>
    <p:sldId id="293" r:id="rId21"/>
    <p:sldId id="300" r:id="rId22"/>
    <p:sldId id="301" r:id="rId23"/>
    <p:sldId id="288" r:id="rId24"/>
  </p:sldIdLst>
  <p:sldSz cx="9144000" cy="5715000" type="screen16x10"/>
  <p:notesSz cx="6858000" cy="9144000"/>
  <p:custDataLst>
    <p:tags r:id="rId27"/>
  </p:custDataLst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800">
          <p15:clr>
            <a:srgbClr val="A4A3A4"/>
          </p15:clr>
        </p15:guide>
        <p15:guide id="2" pos="5465">
          <p15:clr>
            <a:srgbClr val="A4A3A4"/>
          </p15:clr>
        </p15:guide>
        <p15:guide id="3" pos="4241">
          <p15:clr>
            <a:srgbClr val="A4A3A4"/>
          </p15:clr>
        </p15:guide>
        <p15:guide id="4" pos="4695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9" name="Autor" initials="A" lastIdx="1" clrIdx="8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1B4CE"/>
    <a:srgbClr val="0096D3"/>
    <a:srgbClr val="0C94B7"/>
    <a:srgbClr val="FFFFFF"/>
    <a:srgbClr val="111A37"/>
    <a:srgbClr val="1A1448"/>
    <a:srgbClr val="404040"/>
    <a:srgbClr val="E7EFF7"/>
    <a:srgbClr val="CBDDEF"/>
    <a:srgbClr val="73BAD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D27102A9-8310-4765-A935-A1911B00CA55}" styleName="Helle Formatvorlage 1 - Akz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3B4B98B0-60AC-42C2-AFA5-B58CD77FA1E5}" styleName="Helle Formatvorlage 1 - Akz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8D230F3-CF80-4859-8CE7-A43EE81993B5}" styleName="Helle Formatvorlage 1 - Akz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301B821-A1FF-4177-AEE7-76D212191A09}" styleName="Mittlere Formatvorlage 1 - Akz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5267" autoAdjust="0"/>
    <p:restoredTop sz="80220" autoAdjust="0"/>
  </p:normalViewPr>
  <p:slideViewPr>
    <p:cSldViewPr snapToGrid="0" showGuides="1">
      <p:cViewPr varScale="1">
        <p:scale>
          <a:sx n="95" d="100"/>
          <a:sy n="95" d="100"/>
        </p:scale>
        <p:origin x="1632" y="288"/>
      </p:cViewPr>
      <p:guideLst>
        <p:guide orient="horz" pos="1800"/>
        <p:guide pos="5465"/>
        <p:guide pos="4241"/>
        <p:guide pos="4695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 showGuides="1">
      <p:cViewPr varScale="1">
        <p:scale>
          <a:sx n="94" d="100"/>
          <a:sy n="94" d="100"/>
        </p:scale>
        <p:origin x="2748" y="84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handoutMaster" Target="handoutMasters/handoutMaster1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commentAuthors" Target="commentAuthor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tags" Target="tags/tag1.xml"/><Relationship Id="rId30" Type="http://schemas.openxmlformats.org/officeDocument/2006/relationships/viewProps" Target="viewProps.xml"/></Relationships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svg"/><Relationship Id="rId2" Type="http://schemas.openxmlformats.org/officeDocument/2006/relationships/image" Target="../media/image26.svg"/><Relationship Id="rId1" Type="http://schemas.openxmlformats.org/officeDocument/2006/relationships/image" Target="../media/image25.sv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svg"/><Relationship Id="rId2" Type="http://schemas.openxmlformats.org/officeDocument/2006/relationships/image" Target="../media/image26.svg"/><Relationship Id="rId1" Type="http://schemas.openxmlformats.org/officeDocument/2006/relationships/image" Target="../media/image25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CDCA56D4-C300-4833-AFAB-D0215ADD99CA}" type="doc">
      <dgm:prSet loTypeId="urn:microsoft.com/office/officeart/2016/7/layout/ChevronBlockProcess" loCatId="process" qsTypeId="urn:microsoft.com/office/officeart/2005/8/quickstyle/simple4" qsCatId="simple" csTypeId="urn:microsoft.com/office/officeart/2005/8/colors/accent1_2" csCatId="accent1" phldr="1"/>
      <dgm:spPr/>
      <dgm:t>
        <a:bodyPr/>
        <a:lstStyle/>
        <a:p>
          <a:endParaRPr lang="de-AT"/>
        </a:p>
      </dgm:t>
    </dgm:pt>
    <dgm:pt modelId="{1F60A019-B797-4391-976B-E0843452B598}">
      <dgm:prSet phldrT="[Text]"/>
      <dgm:spPr/>
      <dgm:t>
        <a:bodyPr/>
        <a:lstStyle/>
        <a:p>
          <a:r>
            <a:rPr lang="en-AT" dirty="0"/>
            <a:t>Input</a:t>
          </a:r>
          <a:endParaRPr lang="de-AT" dirty="0"/>
        </a:p>
      </dgm:t>
    </dgm:pt>
    <dgm:pt modelId="{5C4F573B-406E-4D33-9E63-AA971ED3A878}" type="parTrans" cxnId="{9F0BEF87-F90A-49B0-BA41-88D5088D40D6}">
      <dgm:prSet/>
      <dgm:spPr/>
      <dgm:t>
        <a:bodyPr/>
        <a:lstStyle/>
        <a:p>
          <a:endParaRPr lang="de-AT"/>
        </a:p>
      </dgm:t>
    </dgm:pt>
    <dgm:pt modelId="{8494E388-FF08-4522-B1AF-84C2FAF2C49F}" type="sibTrans" cxnId="{9F0BEF87-F90A-49B0-BA41-88D5088D40D6}">
      <dgm:prSet/>
      <dgm:spPr/>
      <dgm:t>
        <a:bodyPr/>
        <a:lstStyle/>
        <a:p>
          <a:endParaRPr lang="de-AT"/>
        </a:p>
      </dgm:t>
    </dgm:pt>
    <dgm:pt modelId="{0CD2BD8A-A26E-4D1C-B5E1-234A36081911}">
      <dgm:prSet/>
      <dgm:spPr/>
      <dgm:t>
        <a:bodyPr/>
        <a:lstStyle/>
        <a:p>
          <a:r>
            <a:rPr lang="en-AT" dirty="0"/>
            <a:t>Satellite Images</a:t>
          </a:r>
        </a:p>
      </dgm:t>
    </dgm:pt>
    <dgm:pt modelId="{F4A2E9B3-D55F-4353-863A-FBE440DC9DC8}" type="parTrans" cxnId="{45EFE236-BF2F-4E6B-A45F-70F44449E4BF}">
      <dgm:prSet/>
      <dgm:spPr/>
      <dgm:t>
        <a:bodyPr/>
        <a:lstStyle/>
        <a:p>
          <a:endParaRPr lang="de-AT"/>
        </a:p>
      </dgm:t>
    </dgm:pt>
    <dgm:pt modelId="{50C9DE14-B4AA-4DDC-9ED9-BE88316711E7}" type="sibTrans" cxnId="{45EFE236-BF2F-4E6B-A45F-70F44449E4BF}">
      <dgm:prSet/>
      <dgm:spPr/>
      <dgm:t>
        <a:bodyPr/>
        <a:lstStyle/>
        <a:p>
          <a:endParaRPr lang="de-AT"/>
        </a:p>
      </dgm:t>
    </dgm:pt>
    <dgm:pt modelId="{69A47DB4-09FB-43A1-B3C3-1A9106F90793}">
      <dgm:prSet/>
      <dgm:spPr/>
      <dgm:t>
        <a:bodyPr/>
        <a:lstStyle/>
        <a:p>
          <a:r>
            <a:rPr lang="en-AT" dirty="0"/>
            <a:t>Open Street Map Land Use Layer</a:t>
          </a:r>
        </a:p>
      </dgm:t>
    </dgm:pt>
    <dgm:pt modelId="{254D9416-1C09-48ED-AAD3-6B7AFE889903}" type="parTrans" cxnId="{1E4132FD-ABDB-461A-BB93-EAF142660AEC}">
      <dgm:prSet/>
      <dgm:spPr/>
      <dgm:t>
        <a:bodyPr/>
        <a:lstStyle/>
        <a:p>
          <a:endParaRPr lang="de-AT"/>
        </a:p>
      </dgm:t>
    </dgm:pt>
    <dgm:pt modelId="{0234CE47-38BE-4B87-9A04-E11ACF4CB64A}" type="sibTrans" cxnId="{1E4132FD-ABDB-461A-BB93-EAF142660AEC}">
      <dgm:prSet/>
      <dgm:spPr/>
      <dgm:t>
        <a:bodyPr/>
        <a:lstStyle/>
        <a:p>
          <a:endParaRPr lang="de-AT"/>
        </a:p>
      </dgm:t>
    </dgm:pt>
    <dgm:pt modelId="{6840CA70-1C38-42F8-BA0D-EEA1D81F6D71}">
      <dgm:prSet/>
      <dgm:spPr/>
      <dgm:t>
        <a:bodyPr/>
        <a:lstStyle/>
        <a:p>
          <a:r>
            <a:rPr lang="de-AT" dirty="0"/>
            <a:t>T</a:t>
          </a:r>
          <a:r>
            <a:rPr lang="en-AT" dirty="0" err="1"/>
            <a:t>ree</a:t>
          </a:r>
          <a:r>
            <a:rPr lang="en-AT" dirty="0"/>
            <a:t> register (“</a:t>
          </a:r>
          <a:r>
            <a:rPr lang="en-AT" dirty="0" err="1"/>
            <a:t>Baumkataster</a:t>
          </a:r>
          <a:r>
            <a:rPr lang="en-AT" dirty="0"/>
            <a:t>”)</a:t>
          </a:r>
        </a:p>
      </dgm:t>
    </dgm:pt>
    <dgm:pt modelId="{D77E7138-3896-4E8C-9F2B-2FC8F0027329}" type="parTrans" cxnId="{41B9A2D7-9795-45D9-AFDE-8C6D19D454E6}">
      <dgm:prSet/>
      <dgm:spPr/>
      <dgm:t>
        <a:bodyPr/>
        <a:lstStyle/>
        <a:p>
          <a:endParaRPr lang="de-AT"/>
        </a:p>
      </dgm:t>
    </dgm:pt>
    <dgm:pt modelId="{2E66EC53-A04F-4239-9D65-6787483CFCC2}" type="sibTrans" cxnId="{41B9A2D7-9795-45D9-AFDE-8C6D19D454E6}">
      <dgm:prSet/>
      <dgm:spPr/>
      <dgm:t>
        <a:bodyPr/>
        <a:lstStyle/>
        <a:p>
          <a:endParaRPr lang="de-AT"/>
        </a:p>
      </dgm:t>
    </dgm:pt>
    <dgm:pt modelId="{7BDA1F35-C63A-477E-8A2B-DA8A3A59F611}">
      <dgm:prSet/>
      <dgm:spPr/>
      <dgm:t>
        <a:bodyPr/>
        <a:lstStyle/>
        <a:p>
          <a:r>
            <a:rPr lang="en-AT" dirty="0"/>
            <a:t>Consider </a:t>
          </a:r>
        </a:p>
      </dgm:t>
    </dgm:pt>
    <dgm:pt modelId="{61FA9310-079D-46B9-8307-8C7F6DAC9283}" type="parTrans" cxnId="{91A4257A-9985-4572-97BB-0D9C8A217B12}">
      <dgm:prSet/>
      <dgm:spPr/>
      <dgm:t>
        <a:bodyPr/>
        <a:lstStyle/>
        <a:p>
          <a:endParaRPr lang="de-AT"/>
        </a:p>
      </dgm:t>
    </dgm:pt>
    <dgm:pt modelId="{5DB42164-53F6-4E5B-BD78-8E6EA670F982}" type="sibTrans" cxnId="{91A4257A-9985-4572-97BB-0D9C8A217B12}">
      <dgm:prSet/>
      <dgm:spPr/>
      <dgm:t>
        <a:bodyPr/>
        <a:lstStyle/>
        <a:p>
          <a:endParaRPr lang="de-AT"/>
        </a:p>
      </dgm:t>
    </dgm:pt>
    <dgm:pt modelId="{62098A33-0493-440F-94FB-1183BAFF7F9A}">
      <dgm:prSet/>
      <dgm:spPr/>
      <dgm:t>
        <a:bodyPr/>
        <a:lstStyle/>
        <a:p>
          <a:r>
            <a:rPr lang="en-AT" dirty="0"/>
            <a:t>Seasons (multiple)</a:t>
          </a:r>
        </a:p>
      </dgm:t>
    </dgm:pt>
    <dgm:pt modelId="{D5DC8C38-C0F8-4820-9150-D35DA57B789D}" type="parTrans" cxnId="{30EC9882-2DDD-45D7-87F1-E3DE1E250ABF}">
      <dgm:prSet/>
      <dgm:spPr/>
      <dgm:t>
        <a:bodyPr/>
        <a:lstStyle/>
        <a:p>
          <a:endParaRPr lang="de-AT"/>
        </a:p>
      </dgm:t>
    </dgm:pt>
    <dgm:pt modelId="{9F6F0AA7-3E12-4474-BEB0-364EDF2E1695}" type="sibTrans" cxnId="{30EC9882-2DDD-45D7-87F1-E3DE1E250ABF}">
      <dgm:prSet/>
      <dgm:spPr/>
      <dgm:t>
        <a:bodyPr/>
        <a:lstStyle/>
        <a:p>
          <a:endParaRPr lang="de-AT"/>
        </a:p>
      </dgm:t>
    </dgm:pt>
    <dgm:pt modelId="{CF141A7F-B2F6-4C92-8B45-DAD736945877}">
      <dgm:prSet/>
      <dgm:spPr/>
      <dgm:t>
        <a:bodyPr/>
        <a:lstStyle/>
        <a:p>
          <a:r>
            <a:rPr lang="en-AT" dirty="0"/>
            <a:t>Climate Zone (restricted -&gt; middle </a:t>
          </a:r>
          <a:r>
            <a:rPr lang="en-AT" dirty="0" err="1"/>
            <a:t>european</a:t>
          </a:r>
          <a:r>
            <a:rPr lang="en-AT" dirty="0"/>
            <a:t>)</a:t>
          </a:r>
        </a:p>
      </dgm:t>
    </dgm:pt>
    <dgm:pt modelId="{857B0034-8E7A-47AE-9174-66B73F88A073}" type="parTrans" cxnId="{20CD648B-B160-4E7F-A120-AEE39EAE0C74}">
      <dgm:prSet/>
      <dgm:spPr/>
      <dgm:t>
        <a:bodyPr/>
        <a:lstStyle/>
        <a:p>
          <a:endParaRPr lang="de-AT"/>
        </a:p>
      </dgm:t>
    </dgm:pt>
    <dgm:pt modelId="{013E8559-01ED-415E-B66F-853FEAEF4972}" type="sibTrans" cxnId="{20CD648B-B160-4E7F-A120-AEE39EAE0C74}">
      <dgm:prSet/>
      <dgm:spPr/>
      <dgm:t>
        <a:bodyPr/>
        <a:lstStyle/>
        <a:p>
          <a:endParaRPr lang="de-AT"/>
        </a:p>
      </dgm:t>
    </dgm:pt>
    <dgm:pt modelId="{C47D7EE8-5E64-4371-B96B-2EC84031CBC0}">
      <dgm:prSet/>
      <dgm:spPr/>
      <dgm:t>
        <a:bodyPr/>
        <a:lstStyle/>
        <a:p>
          <a:r>
            <a:rPr lang="en-AT"/>
            <a:t>Output </a:t>
          </a:r>
          <a:endParaRPr lang="en-AT" dirty="0"/>
        </a:p>
      </dgm:t>
    </dgm:pt>
    <dgm:pt modelId="{95BD2147-3D46-40CE-91DF-2BB5820836BA}" type="parTrans" cxnId="{33149EB3-1ED5-4A15-9891-8D88C96A3A1B}">
      <dgm:prSet/>
      <dgm:spPr/>
      <dgm:t>
        <a:bodyPr/>
        <a:lstStyle/>
        <a:p>
          <a:endParaRPr lang="de-AT"/>
        </a:p>
      </dgm:t>
    </dgm:pt>
    <dgm:pt modelId="{CB56EC17-7BE8-425D-A0D1-8EFC317B720C}" type="sibTrans" cxnId="{33149EB3-1ED5-4A15-9891-8D88C96A3A1B}">
      <dgm:prSet/>
      <dgm:spPr/>
      <dgm:t>
        <a:bodyPr/>
        <a:lstStyle/>
        <a:p>
          <a:endParaRPr lang="de-AT"/>
        </a:p>
      </dgm:t>
    </dgm:pt>
    <dgm:pt modelId="{DD11C167-7802-48D4-83A9-18C0EF27FC2B}">
      <dgm:prSet/>
      <dgm:spPr/>
      <dgm:t>
        <a:bodyPr/>
        <a:lstStyle/>
        <a:p>
          <a:r>
            <a:rPr lang="en-AT"/>
            <a:t>Predicted Tree Locations</a:t>
          </a:r>
          <a:endParaRPr lang="de-AT" dirty="0"/>
        </a:p>
      </dgm:t>
    </dgm:pt>
    <dgm:pt modelId="{324BF15C-40A1-4EB5-BBE2-C9182A295D49}" type="parTrans" cxnId="{5422B8D1-9BCD-44EF-AD1C-78A59D0D8D4F}">
      <dgm:prSet/>
      <dgm:spPr/>
      <dgm:t>
        <a:bodyPr/>
        <a:lstStyle/>
        <a:p>
          <a:endParaRPr lang="de-AT"/>
        </a:p>
      </dgm:t>
    </dgm:pt>
    <dgm:pt modelId="{0F90546B-67AD-4AF8-9C2A-E862D6BAA902}" type="sibTrans" cxnId="{5422B8D1-9BCD-44EF-AD1C-78A59D0D8D4F}">
      <dgm:prSet/>
      <dgm:spPr/>
      <dgm:t>
        <a:bodyPr/>
        <a:lstStyle/>
        <a:p>
          <a:endParaRPr lang="de-AT"/>
        </a:p>
      </dgm:t>
    </dgm:pt>
    <dgm:pt modelId="{0D4DE367-7729-49F0-8949-86B9A7447876}">
      <dgm:prSet/>
      <dgm:spPr/>
      <dgm:t>
        <a:bodyPr/>
        <a:lstStyle/>
        <a:p>
          <a:endParaRPr lang="en-AT" dirty="0"/>
        </a:p>
      </dgm:t>
    </dgm:pt>
    <dgm:pt modelId="{E281FCE4-2F63-43C7-ADE8-C589BDD0AE1A}" type="parTrans" cxnId="{58DCA3E6-F59F-4FFA-B0BF-8124D2E76D09}">
      <dgm:prSet/>
      <dgm:spPr/>
      <dgm:t>
        <a:bodyPr/>
        <a:lstStyle/>
        <a:p>
          <a:endParaRPr lang="de-AT"/>
        </a:p>
      </dgm:t>
    </dgm:pt>
    <dgm:pt modelId="{63BDA96C-6243-4DB7-BB3B-22A2EA4749EE}" type="sibTrans" cxnId="{58DCA3E6-F59F-4FFA-B0BF-8124D2E76D09}">
      <dgm:prSet/>
      <dgm:spPr/>
      <dgm:t>
        <a:bodyPr/>
        <a:lstStyle/>
        <a:p>
          <a:endParaRPr lang="de-AT"/>
        </a:p>
      </dgm:t>
    </dgm:pt>
    <dgm:pt modelId="{84E736F8-CDA4-497D-8EFE-4996A62ACECA}">
      <dgm:prSet/>
      <dgm:spPr/>
      <dgm:t>
        <a:bodyPr/>
        <a:lstStyle/>
        <a:p>
          <a:endParaRPr lang="en-AT" dirty="0"/>
        </a:p>
      </dgm:t>
    </dgm:pt>
    <dgm:pt modelId="{5BA0EBC1-8022-43B6-A8AE-7FF041F7E44D}" type="parTrans" cxnId="{7884AAA9-8147-4AB8-AA64-4FF8D7A9CD1F}">
      <dgm:prSet/>
      <dgm:spPr/>
      <dgm:t>
        <a:bodyPr/>
        <a:lstStyle/>
        <a:p>
          <a:endParaRPr lang="de-AT"/>
        </a:p>
      </dgm:t>
    </dgm:pt>
    <dgm:pt modelId="{E10401E3-8ECD-4638-B4B2-16E53C277134}" type="sibTrans" cxnId="{7884AAA9-8147-4AB8-AA64-4FF8D7A9CD1F}">
      <dgm:prSet/>
      <dgm:spPr/>
      <dgm:t>
        <a:bodyPr/>
        <a:lstStyle/>
        <a:p>
          <a:endParaRPr lang="de-AT"/>
        </a:p>
      </dgm:t>
    </dgm:pt>
    <dgm:pt modelId="{AB20D057-EDFF-464C-96B9-447072025B2B}">
      <dgm:prSet/>
      <dgm:spPr/>
      <dgm:t>
        <a:bodyPr/>
        <a:lstStyle/>
        <a:p>
          <a:endParaRPr lang="en-AT" dirty="0"/>
        </a:p>
      </dgm:t>
    </dgm:pt>
    <dgm:pt modelId="{EE398D41-ECEB-4438-832C-14D2EDEFEC73}" type="parTrans" cxnId="{5A188A90-4461-4A63-B281-B63AA61F820D}">
      <dgm:prSet/>
      <dgm:spPr/>
      <dgm:t>
        <a:bodyPr/>
        <a:lstStyle/>
        <a:p>
          <a:endParaRPr lang="de-AT"/>
        </a:p>
      </dgm:t>
    </dgm:pt>
    <dgm:pt modelId="{44269A9B-A7CD-423A-8F61-772F21F7334D}" type="sibTrans" cxnId="{5A188A90-4461-4A63-B281-B63AA61F820D}">
      <dgm:prSet/>
      <dgm:spPr/>
      <dgm:t>
        <a:bodyPr/>
        <a:lstStyle/>
        <a:p>
          <a:endParaRPr lang="de-AT"/>
        </a:p>
      </dgm:t>
    </dgm:pt>
    <dgm:pt modelId="{72636061-D84D-4D0B-91B0-A2326C79A81D}" type="pres">
      <dgm:prSet presAssocID="{CDCA56D4-C300-4833-AFAB-D0215ADD99CA}" presName="Name0" presStyleCnt="0">
        <dgm:presLayoutVars>
          <dgm:dir/>
          <dgm:animLvl val="lvl"/>
          <dgm:resizeHandles val="exact"/>
        </dgm:presLayoutVars>
      </dgm:prSet>
      <dgm:spPr/>
    </dgm:pt>
    <dgm:pt modelId="{29DAEF74-02BD-43DF-8A24-2146908FF6F8}" type="pres">
      <dgm:prSet presAssocID="{1F60A019-B797-4391-976B-E0843452B598}" presName="composite" presStyleCnt="0"/>
      <dgm:spPr/>
    </dgm:pt>
    <dgm:pt modelId="{7950B7CA-0670-49C5-BA28-CE31D6D40205}" type="pres">
      <dgm:prSet presAssocID="{1F60A019-B797-4391-976B-E0843452B598}" presName="parTx" presStyleLbl="alignNode1" presStyleIdx="0" presStyleCnt="3">
        <dgm:presLayoutVars>
          <dgm:chMax val="0"/>
          <dgm:chPref val="0"/>
        </dgm:presLayoutVars>
      </dgm:prSet>
      <dgm:spPr/>
    </dgm:pt>
    <dgm:pt modelId="{E36CD81A-A67D-481E-B6D3-DD571AF376A5}" type="pres">
      <dgm:prSet presAssocID="{1F60A019-B797-4391-976B-E0843452B598}" presName="desTx" presStyleLbl="alignAccFollowNode1" presStyleIdx="0" presStyleCnt="3">
        <dgm:presLayoutVars/>
      </dgm:prSet>
      <dgm:spPr/>
    </dgm:pt>
    <dgm:pt modelId="{A732507C-B241-4F08-89FD-F30E967C413B}" type="pres">
      <dgm:prSet presAssocID="{8494E388-FF08-4522-B1AF-84C2FAF2C49F}" presName="space" presStyleCnt="0"/>
      <dgm:spPr/>
    </dgm:pt>
    <dgm:pt modelId="{2B11FB3A-C891-4E93-AFBC-2DCE69695B8E}" type="pres">
      <dgm:prSet presAssocID="{7BDA1F35-C63A-477E-8A2B-DA8A3A59F611}" presName="composite" presStyleCnt="0"/>
      <dgm:spPr/>
    </dgm:pt>
    <dgm:pt modelId="{33870E2A-E5CD-4BED-8E86-627BCBBE931A}" type="pres">
      <dgm:prSet presAssocID="{7BDA1F35-C63A-477E-8A2B-DA8A3A59F611}" presName="parTx" presStyleLbl="alignNode1" presStyleIdx="1" presStyleCnt="3">
        <dgm:presLayoutVars>
          <dgm:chMax val="0"/>
          <dgm:chPref val="0"/>
        </dgm:presLayoutVars>
      </dgm:prSet>
      <dgm:spPr/>
    </dgm:pt>
    <dgm:pt modelId="{3ACE3EDB-8C21-4AFE-8E02-5739AE2F28C0}" type="pres">
      <dgm:prSet presAssocID="{7BDA1F35-C63A-477E-8A2B-DA8A3A59F611}" presName="desTx" presStyleLbl="alignAccFollowNode1" presStyleIdx="1" presStyleCnt="3">
        <dgm:presLayoutVars/>
      </dgm:prSet>
      <dgm:spPr/>
    </dgm:pt>
    <dgm:pt modelId="{CFD690EA-6FA0-408C-A46D-03054352488D}" type="pres">
      <dgm:prSet presAssocID="{5DB42164-53F6-4E5B-BD78-8E6EA670F982}" presName="space" presStyleCnt="0"/>
      <dgm:spPr/>
    </dgm:pt>
    <dgm:pt modelId="{788AB3DD-EA7F-4D15-93F3-5548FB6E0582}" type="pres">
      <dgm:prSet presAssocID="{C47D7EE8-5E64-4371-B96B-2EC84031CBC0}" presName="composite" presStyleCnt="0"/>
      <dgm:spPr/>
    </dgm:pt>
    <dgm:pt modelId="{3CB18357-C77C-4370-8D66-4D934AC9793B}" type="pres">
      <dgm:prSet presAssocID="{C47D7EE8-5E64-4371-B96B-2EC84031CBC0}" presName="parTx" presStyleLbl="alignNode1" presStyleIdx="2" presStyleCnt="3">
        <dgm:presLayoutVars>
          <dgm:chMax val="0"/>
          <dgm:chPref val="0"/>
        </dgm:presLayoutVars>
      </dgm:prSet>
      <dgm:spPr/>
    </dgm:pt>
    <dgm:pt modelId="{BE929402-A2CF-4123-AE71-3509B105F0AE}" type="pres">
      <dgm:prSet presAssocID="{C47D7EE8-5E64-4371-B96B-2EC84031CBC0}" presName="desTx" presStyleLbl="alignAccFollowNode1" presStyleIdx="2" presStyleCnt="3">
        <dgm:presLayoutVars/>
      </dgm:prSet>
      <dgm:spPr/>
    </dgm:pt>
  </dgm:ptLst>
  <dgm:cxnLst>
    <dgm:cxn modelId="{99C86015-6F62-4F39-BCD4-B3664872451F}" type="presOf" srcId="{DD11C167-7802-48D4-83A9-18C0EF27FC2B}" destId="{BE929402-A2CF-4123-AE71-3509B105F0AE}" srcOrd="0" destOrd="0" presId="urn:microsoft.com/office/officeart/2016/7/layout/ChevronBlockProcess"/>
    <dgm:cxn modelId="{E6EEBE18-01A4-48CD-8A5F-72F8176BEC3E}" type="presOf" srcId="{7BDA1F35-C63A-477E-8A2B-DA8A3A59F611}" destId="{33870E2A-E5CD-4BED-8E86-627BCBBE931A}" srcOrd="0" destOrd="0" presId="urn:microsoft.com/office/officeart/2016/7/layout/ChevronBlockProcess"/>
    <dgm:cxn modelId="{FA7EBC27-4A3F-4310-A63B-C63EEA9C9D5D}" type="presOf" srcId="{CF141A7F-B2F6-4C92-8B45-DAD736945877}" destId="{3ACE3EDB-8C21-4AFE-8E02-5739AE2F28C0}" srcOrd="0" destOrd="2" presId="urn:microsoft.com/office/officeart/2016/7/layout/ChevronBlockProcess"/>
    <dgm:cxn modelId="{EA38282C-50DD-40F2-9CD8-4A90EE5C08E5}" type="presOf" srcId="{C47D7EE8-5E64-4371-B96B-2EC84031CBC0}" destId="{3CB18357-C77C-4370-8D66-4D934AC9793B}" srcOrd="0" destOrd="0" presId="urn:microsoft.com/office/officeart/2016/7/layout/ChevronBlockProcess"/>
    <dgm:cxn modelId="{7F17AE2D-0551-4695-86D3-5FFE611CD024}" type="presOf" srcId="{AB20D057-EDFF-464C-96B9-447072025B2B}" destId="{E36CD81A-A67D-481E-B6D3-DD571AF376A5}" srcOrd="0" destOrd="3" presId="urn:microsoft.com/office/officeart/2016/7/layout/ChevronBlockProcess"/>
    <dgm:cxn modelId="{45EFE236-BF2F-4E6B-A45F-70F44449E4BF}" srcId="{1F60A019-B797-4391-976B-E0843452B598}" destId="{0CD2BD8A-A26E-4D1C-B5E1-234A36081911}" srcOrd="0" destOrd="0" parTransId="{F4A2E9B3-D55F-4353-863A-FBE440DC9DC8}" sibTransId="{50C9DE14-B4AA-4DDC-9ED9-BE88316711E7}"/>
    <dgm:cxn modelId="{491D0D45-AD6A-4B4B-B56C-CC4C035CE8E1}" type="presOf" srcId="{62098A33-0493-440F-94FB-1183BAFF7F9A}" destId="{3ACE3EDB-8C21-4AFE-8E02-5739AE2F28C0}" srcOrd="0" destOrd="0" presId="urn:microsoft.com/office/officeart/2016/7/layout/ChevronBlockProcess"/>
    <dgm:cxn modelId="{F97AB84F-4EF9-4E83-A9C1-6DA298BC1666}" type="presOf" srcId="{0CD2BD8A-A26E-4D1C-B5E1-234A36081911}" destId="{E36CD81A-A67D-481E-B6D3-DD571AF376A5}" srcOrd="0" destOrd="0" presId="urn:microsoft.com/office/officeart/2016/7/layout/ChevronBlockProcess"/>
    <dgm:cxn modelId="{91A4257A-9985-4572-97BB-0D9C8A217B12}" srcId="{CDCA56D4-C300-4833-AFAB-D0215ADD99CA}" destId="{7BDA1F35-C63A-477E-8A2B-DA8A3A59F611}" srcOrd="1" destOrd="0" parTransId="{61FA9310-079D-46B9-8307-8C7F6DAC9283}" sibTransId="{5DB42164-53F6-4E5B-BD78-8E6EA670F982}"/>
    <dgm:cxn modelId="{30EC9882-2DDD-45D7-87F1-E3DE1E250ABF}" srcId="{7BDA1F35-C63A-477E-8A2B-DA8A3A59F611}" destId="{62098A33-0493-440F-94FB-1183BAFF7F9A}" srcOrd="0" destOrd="0" parTransId="{D5DC8C38-C0F8-4820-9150-D35DA57B789D}" sibTransId="{9F6F0AA7-3E12-4474-BEB0-364EDF2E1695}"/>
    <dgm:cxn modelId="{9F0BEF87-F90A-49B0-BA41-88D5088D40D6}" srcId="{CDCA56D4-C300-4833-AFAB-D0215ADD99CA}" destId="{1F60A019-B797-4391-976B-E0843452B598}" srcOrd="0" destOrd="0" parTransId="{5C4F573B-406E-4D33-9E63-AA971ED3A878}" sibTransId="{8494E388-FF08-4522-B1AF-84C2FAF2C49F}"/>
    <dgm:cxn modelId="{20CD648B-B160-4E7F-A120-AEE39EAE0C74}" srcId="{7BDA1F35-C63A-477E-8A2B-DA8A3A59F611}" destId="{CF141A7F-B2F6-4C92-8B45-DAD736945877}" srcOrd="2" destOrd="0" parTransId="{857B0034-8E7A-47AE-9174-66B73F88A073}" sibTransId="{013E8559-01ED-415E-B66F-853FEAEF4972}"/>
    <dgm:cxn modelId="{129ABD8F-4D16-48CE-B6D4-8F89F98AEC67}" type="presOf" srcId="{0D4DE367-7729-49F0-8949-86B9A7447876}" destId="{3ACE3EDB-8C21-4AFE-8E02-5739AE2F28C0}" srcOrd="0" destOrd="1" presId="urn:microsoft.com/office/officeart/2016/7/layout/ChevronBlockProcess"/>
    <dgm:cxn modelId="{5A188A90-4461-4A63-B281-B63AA61F820D}" srcId="{1F60A019-B797-4391-976B-E0843452B598}" destId="{AB20D057-EDFF-464C-96B9-447072025B2B}" srcOrd="3" destOrd="0" parTransId="{EE398D41-ECEB-4438-832C-14D2EDEFEC73}" sibTransId="{44269A9B-A7CD-423A-8F61-772F21F7334D}"/>
    <dgm:cxn modelId="{9C255596-47DD-458C-AF84-542208AA5FD7}" type="presOf" srcId="{84E736F8-CDA4-497D-8EFE-4996A62ACECA}" destId="{E36CD81A-A67D-481E-B6D3-DD571AF376A5}" srcOrd="0" destOrd="1" presId="urn:microsoft.com/office/officeart/2016/7/layout/ChevronBlockProcess"/>
    <dgm:cxn modelId="{7FC351A2-AB6F-49A6-923F-7132943C0A98}" type="presOf" srcId="{69A47DB4-09FB-43A1-B3C3-1A9106F90793}" destId="{E36CD81A-A67D-481E-B6D3-DD571AF376A5}" srcOrd="0" destOrd="2" presId="urn:microsoft.com/office/officeart/2016/7/layout/ChevronBlockProcess"/>
    <dgm:cxn modelId="{7884AAA9-8147-4AB8-AA64-4FF8D7A9CD1F}" srcId="{1F60A019-B797-4391-976B-E0843452B598}" destId="{84E736F8-CDA4-497D-8EFE-4996A62ACECA}" srcOrd="1" destOrd="0" parTransId="{5BA0EBC1-8022-43B6-A8AE-7FF041F7E44D}" sibTransId="{E10401E3-8ECD-4638-B4B2-16E53C277134}"/>
    <dgm:cxn modelId="{33149EB3-1ED5-4A15-9891-8D88C96A3A1B}" srcId="{CDCA56D4-C300-4833-AFAB-D0215ADD99CA}" destId="{C47D7EE8-5E64-4371-B96B-2EC84031CBC0}" srcOrd="2" destOrd="0" parTransId="{95BD2147-3D46-40CE-91DF-2BB5820836BA}" sibTransId="{CB56EC17-7BE8-425D-A0D1-8EFC317B720C}"/>
    <dgm:cxn modelId="{6BC9F5C2-5E12-4A75-8D98-370511C13825}" type="presOf" srcId="{6840CA70-1C38-42F8-BA0D-EEA1D81F6D71}" destId="{E36CD81A-A67D-481E-B6D3-DD571AF376A5}" srcOrd="0" destOrd="4" presId="urn:microsoft.com/office/officeart/2016/7/layout/ChevronBlockProcess"/>
    <dgm:cxn modelId="{5422B8D1-9BCD-44EF-AD1C-78A59D0D8D4F}" srcId="{C47D7EE8-5E64-4371-B96B-2EC84031CBC0}" destId="{DD11C167-7802-48D4-83A9-18C0EF27FC2B}" srcOrd="0" destOrd="0" parTransId="{324BF15C-40A1-4EB5-BBE2-C9182A295D49}" sibTransId="{0F90546B-67AD-4AF8-9C2A-E862D6BAA902}"/>
    <dgm:cxn modelId="{41B9A2D7-9795-45D9-AFDE-8C6D19D454E6}" srcId="{1F60A019-B797-4391-976B-E0843452B598}" destId="{6840CA70-1C38-42F8-BA0D-EEA1D81F6D71}" srcOrd="4" destOrd="0" parTransId="{D77E7138-3896-4E8C-9F2B-2FC8F0027329}" sibTransId="{2E66EC53-A04F-4239-9D65-6787483CFCC2}"/>
    <dgm:cxn modelId="{58DCA3E6-F59F-4FFA-B0BF-8124D2E76D09}" srcId="{7BDA1F35-C63A-477E-8A2B-DA8A3A59F611}" destId="{0D4DE367-7729-49F0-8949-86B9A7447876}" srcOrd="1" destOrd="0" parTransId="{E281FCE4-2F63-43C7-ADE8-C589BDD0AE1A}" sibTransId="{63BDA96C-6243-4DB7-BB3B-22A2EA4749EE}"/>
    <dgm:cxn modelId="{7780F5EE-0E14-42B4-A80D-22FFC02B6F2C}" type="presOf" srcId="{CDCA56D4-C300-4833-AFAB-D0215ADD99CA}" destId="{72636061-D84D-4D0B-91B0-A2326C79A81D}" srcOrd="0" destOrd="0" presId="urn:microsoft.com/office/officeart/2016/7/layout/ChevronBlockProcess"/>
    <dgm:cxn modelId="{9457EBFB-3122-437B-9819-91F5AAC93579}" type="presOf" srcId="{1F60A019-B797-4391-976B-E0843452B598}" destId="{7950B7CA-0670-49C5-BA28-CE31D6D40205}" srcOrd="0" destOrd="0" presId="urn:microsoft.com/office/officeart/2016/7/layout/ChevronBlockProcess"/>
    <dgm:cxn modelId="{1E4132FD-ABDB-461A-BB93-EAF142660AEC}" srcId="{1F60A019-B797-4391-976B-E0843452B598}" destId="{69A47DB4-09FB-43A1-B3C3-1A9106F90793}" srcOrd="2" destOrd="0" parTransId="{254D9416-1C09-48ED-AAD3-6B7AFE889903}" sibTransId="{0234CE47-38BE-4B87-9A04-E11ACF4CB64A}"/>
    <dgm:cxn modelId="{F9AC4C8E-825F-48B2-8E24-2C63EA3D25BB}" type="presParOf" srcId="{72636061-D84D-4D0B-91B0-A2326C79A81D}" destId="{29DAEF74-02BD-43DF-8A24-2146908FF6F8}" srcOrd="0" destOrd="0" presId="urn:microsoft.com/office/officeart/2016/7/layout/ChevronBlockProcess"/>
    <dgm:cxn modelId="{F1C51D14-0F2B-459D-9A46-BC0EE7614DE5}" type="presParOf" srcId="{29DAEF74-02BD-43DF-8A24-2146908FF6F8}" destId="{7950B7CA-0670-49C5-BA28-CE31D6D40205}" srcOrd="0" destOrd="0" presId="urn:microsoft.com/office/officeart/2016/7/layout/ChevronBlockProcess"/>
    <dgm:cxn modelId="{27740FC0-0B51-4AEC-9CDF-2758BF7089D4}" type="presParOf" srcId="{29DAEF74-02BD-43DF-8A24-2146908FF6F8}" destId="{E36CD81A-A67D-481E-B6D3-DD571AF376A5}" srcOrd="1" destOrd="0" presId="urn:microsoft.com/office/officeart/2016/7/layout/ChevronBlockProcess"/>
    <dgm:cxn modelId="{DEB785F2-E37B-4B13-ABFF-BB64BB300658}" type="presParOf" srcId="{72636061-D84D-4D0B-91B0-A2326C79A81D}" destId="{A732507C-B241-4F08-89FD-F30E967C413B}" srcOrd="1" destOrd="0" presId="urn:microsoft.com/office/officeart/2016/7/layout/ChevronBlockProcess"/>
    <dgm:cxn modelId="{F04816E2-CB96-47A3-8C5E-3267897CDDFC}" type="presParOf" srcId="{72636061-D84D-4D0B-91B0-A2326C79A81D}" destId="{2B11FB3A-C891-4E93-AFBC-2DCE69695B8E}" srcOrd="2" destOrd="0" presId="urn:microsoft.com/office/officeart/2016/7/layout/ChevronBlockProcess"/>
    <dgm:cxn modelId="{41FF8154-CD40-4EC3-9DBB-D930D32BFB57}" type="presParOf" srcId="{2B11FB3A-C891-4E93-AFBC-2DCE69695B8E}" destId="{33870E2A-E5CD-4BED-8E86-627BCBBE931A}" srcOrd="0" destOrd="0" presId="urn:microsoft.com/office/officeart/2016/7/layout/ChevronBlockProcess"/>
    <dgm:cxn modelId="{4E8E2DED-5572-4690-98A3-2E96CBBC79A6}" type="presParOf" srcId="{2B11FB3A-C891-4E93-AFBC-2DCE69695B8E}" destId="{3ACE3EDB-8C21-4AFE-8E02-5739AE2F28C0}" srcOrd="1" destOrd="0" presId="urn:microsoft.com/office/officeart/2016/7/layout/ChevronBlockProcess"/>
    <dgm:cxn modelId="{D966FF8B-8F86-4C58-A744-238F1031B714}" type="presParOf" srcId="{72636061-D84D-4D0B-91B0-A2326C79A81D}" destId="{CFD690EA-6FA0-408C-A46D-03054352488D}" srcOrd="3" destOrd="0" presId="urn:microsoft.com/office/officeart/2016/7/layout/ChevronBlockProcess"/>
    <dgm:cxn modelId="{C92D591A-2163-45C1-8917-EBD9B739689B}" type="presParOf" srcId="{72636061-D84D-4D0B-91B0-A2326C79A81D}" destId="{788AB3DD-EA7F-4D15-93F3-5548FB6E0582}" srcOrd="4" destOrd="0" presId="urn:microsoft.com/office/officeart/2016/7/layout/ChevronBlockProcess"/>
    <dgm:cxn modelId="{044D8C73-6877-4725-A7AA-CB1E15BFEB01}" type="presParOf" srcId="{788AB3DD-EA7F-4D15-93F3-5548FB6E0582}" destId="{3CB18357-C77C-4370-8D66-4D934AC9793B}" srcOrd="0" destOrd="0" presId="urn:microsoft.com/office/officeart/2016/7/layout/ChevronBlockProcess"/>
    <dgm:cxn modelId="{C1C7BEDE-2A84-4270-9195-0BF0ABB6454B}" type="presParOf" srcId="{788AB3DD-EA7F-4D15-93F3-5548FB6E0582}" destId="{BE929402-A2CF-4123-AE71-3509B105F0AE}" srcOrd="1" destOrd="0" presId="urn:microsoft.com/office/officeart/2016/7/layout/ChevronBlockProcess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31025953-094C-4EFD-A973-35BC70F9B3F6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2_2" csCatId="accent2" phldr="1"/>
      <dgm:spPr/>
      <dgm:t>
        <a:bodyPr/>
        <a:lstStyle/>
        <a:p>
          <a:endParaRPr lang="en-US"/>
        </a:p>
      </dgm:t>
    </dgm:pt>
    <dgm:pt modelId="{2EC8F3E5-A87F-48B0-B133-0493E5208729}">
      <dgm:prSet/>
      <dgm:spPr/>
      <dgm:t>
        <a:bodyPr/>
        <a:lstStyle/>
        <a:p>
          <a:r>
            <a:rPr lang="de-AT" dirty="0"/>
            <a:t>Limited </a:t>
          </a:r>
          <a:r>
            <a:rPr lang="de-AT" dirty="0" err="1"/>
            <a:t>computational</a:t>
          </a:r>
          <a:r>
            <a:rPr lang="de-AT" dirty="0"/>
            <a:t> </a:t>
          </a:r>
          <a:r>
            <a:rPr lang="de-AT" dirty="0" err="1"/>
            <a:t>resources</a:t>
          </a:r>
          <a:r>
            <a:rPr lang="de-AT" dirty="0"/>
            <a:t> on WU </a:t>
          </a:r>
          <a:r>
            <a:rPr lang="de-AT" dirty="0" err="1"/>
            <a:t>Jupyter</a:t>
          </a:r>
          <a:r>
            <a:rPr lang="de-AT" dirty="0"/>
            <a:t> Hub</a:t>
          </a:r>
          <a:endParaRPr lang="en-US" dirty="0"/>
        </a:p>
      </dgm:t>
    </dgm:pt>
    <dgm:pt modelId="{D1E757C5-144F-4A71-BF34-609A61033B30}" type="parTrans" cxnId="{DB28D42D-650D-496A-9A0B-91C186667765}">
      <dgm:prSet/>
      <dgm:spPr/>
      <dgm:t>
        <a:bodyPr/>
        <a:lstStyle/>
        <a:p>
          <a:endParaRPr lang="en-US"/>
        </a:p>
      </dgm:t>
    </dgm:pt>
    <dgm:pt modelId="{29217524-64A0-4F72-8BB9-D5C75B34E181}" type="sibTrans" cxnId="{DB28D42D-650D-496A-9A0B-91C186667765}">
      <dgm:prSet/>
      <dgm:spPr/>
      <dgm:t>
        <a:bodyPr/>
        <a:lstStyle/>
        <a:p>
          <a:endParaRPr lang="en-US"/>
        </a:p>
      </dgm:t>
    </dgm:pt>
    <dgm:pt modelId="{E69D64F7-EE74-448A-AAF6-E3DFFA6D9BAA}">
      <dgm:prSet/>
      <dgm:spPr/>
      <dgm:t>
        <a:bodyPr/>
        <a:lstStyle/>
        <a:p>
          <a:r>
            <a:rPr lang="de-AT" b="0" i="0" dirty="0" err="1"/>
            <a:t>Sparse</a:t>
          </a:r>
          <a:r>
            <a:rPr lang="de-AT" b="0" i="0" dirty="0"/>
            <a:t> Coverage</a:t>
          </a:r>
          <a:endParaRPr lang="en-US" b="0" i="0" dirty="0"/>
        </a:p>
      </dgm:t>
    </dgm:pt>
    <dgm:pt modelId="{AE0FF11C-DF63-4A78-8C77-C0257DA9CBCE}" type="parTrans" cxnId="{4DCDC3AC-CE5D-4ED4-8702-05509A194C1F}">
      <dgm:prSet/>
      <dgm:spPr/>
      <dgm:t>
        <a:bodyPr/>
        <a:lstStyle/>
        <a:p>
          <a:endParaRPr lang="en-US"/>
        </a:p>
      </dgm:t>
    </dgm:pt>
    <dgm:pt modelId="{9142B881-E818-46DA-A6E7-3B526A019F0C}" type="sibTrans" cxnId="{4DCDC3AC-CE5D-4ED4-8702-05509A194C1F}">
      <dgm:prSet/>
      <dgm:spPr/>
      <dgm:t>
        <a:bodyPr/>
        <a:lstStyle/>
        <a:p>
          <a:endParaRPr lang="en-US"/>
        </a:p>
      </dgm:t>
    </dgm:pt>
    <dgm:pt modelId="{207E62DE-71CE-4549-87C2-C27B36AD54BB}">
      <dgm:prSet/>
      <dgm:spPr/>
      <dgm:t>
        <a:bodyPr/>
        <a:lstStyle/>
        <a:p>
          <a:r>
            <a:rPr lang="de-AT" dirty="0"/>
            <a:t>Final </a:t>
          </a:r>
          <a:r>
            <a:rPr lang="de-AT" dirty="0" err="1"/>
            <a:t>database</a:t>
          </a:r>
          <a:r>
            <a:rPr lang="de-AT" dirty="0"/>
            <a:t> </a:t>
          </a:r>
          <a:r>
            <a:rPr lang="de-AT" dirty="0" err="1"/>
            <a:t>layout</a:t>
          </a:r>
          <a:r>
            <a:rPr lang="de-AT" dirty="0"/>
            <a:t> for Data Coaches</a:t>
          </a:r>
          <a:endParaRPr lang="en-US" dirty="0"/>
        </a:p>
      </dgm:t>
    </dgm:pt>
    <dgm:pt modelId="{5ECAE54F-FBB5-457A-8227-F582C048D35E}" type="parTrans" cxnId="{D10D9566-2D18-41D7-8712-F38727999379}">
      <dgm:prSet/>
      <dgm:spPr/>
      <dgm:t>
        <a:bodyPr/>
        <a:lstStyle/>
        <a:p>
          <a:endParaRPr lang="en-US"/>
        </a:p>
      </dgm:t>
    </dgm:pt>
    <dgm:pt modelId="{B9B6C70D-098F-453D-9C8E-F4859D7979FE}" type="sibTrans" cxnId="{D10D9566-2D18-41D7-8712-F38727999379}">
      <dgm:prSet/>
      <dgm:spPr/>
      <dgm:t>
        <a:bodyPr/>
        <a:lstStyle/>
        <a:p>
          <a:endParaRPr lang="en-US"/>
        </a:p>
      </dgm:t>
    </dgm:pt>
    <dgm:pt modelId="{A8808F13-9B9C-477A-B305-0CF6381BF24D}" type="pres">
      <dgm:prSet presAssocID="{31025953-094C-4EFD-A973-35BC70F9B3F6}" presName="root" presStyleCnt="0">
        <dgm:presLayoutVars>
          <dgm:dir/>
          <dgm:resizeHandles val="exact"/>
        </dgm:presLayoutVars>
      </dgm:prSet>
      <dgm:spPr/>
    </dgm:pt>
    <dgm:pt modelId="{B080DA5F-4941-4851-9732-EF56CDF344B2}" type="pres">
      <dgm:prSet presAssocID="{2EC8F3E5-A87F-48B0-B133-0493E5208729}" presName="compNode" presStyleCnt="0"/>
      <dgm:spPr/>
    </dgm:pt>
    <dgm:pt modelId="{D563B15B-09E4-4F16-AD43-1300FFBF82AD}" type="pres">
      <dgm:prSet presAssocID="{2EC8F3E5-A87F-48B0-B133-0493E5208729}" presName="bgRect" presStyleLbl="bgShp" presStyleIdx="0" presStyleCnt="3"/>
      <dgm:spPr/>
    </dgm:pt>
    <dgm:pt modelId="{F82C192A-9F39-4EA1-995B-514715D7BB4B}" type="pres">
      <dgm:prSet presAssocID="{2EC8F3E5-A87F-48B0-B133-0493E5208729}" presName="iconRect" presStyleLbl="node1" presStyleIdx="0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omputer"/>
        </a:ext>
      </dgm:extLst>
    </dgm:pt>
    <dgm:pt modelId="{76F54FA7-40AF-4F50-ADBF-89E93673AC3C}" type="pres">
      <dgm:prSet presAssocID="{2EC8F3E5-A87F-48B0-B133-0493E5208729}" presName="spaceRect" presStyleCnt="0"/>
      <dgm:spPr/>
    </dgm:pt>
    <dgm:pt modelId="{0EF49EF0-67B1-49CC-ADA2-F40B0260B1C3}" type="pres">
      <dgm:prSet presAssocID="{2EC8F3E5-A87F-48B0-B133-0493E5208729}" presName="parTx" presStyleLbl="revTx" presStyleIdx="0" presStyleCnt="3">
        <dgm:presLayoutVars>
          <dgm:chMax val="0"/>
          <dgm:chPref val="0"/>
        </dgm:presLayoutVars>
      </dgm:prSet>
      <dgm:spPr/>
    </dgm:pt>
    <dgm:pt modelId="{3364A96D-7E82-4125-A68E-EBB68BAAD8B1}" type="pres">
      <dgm:prSet presAssocID="{29217524-64A0-4F72-8BB9-D5C75B34E181}" presName="sibTrans" presStyleCnt="0"/>
      <dgm:spPr/>
    </dgm:pt>
    <dgm:pt modelId="{092D9302-96B4-45D7-A0D3-4091BA989178}" type="pres">
      <dgm:prSet presAssocID="{E69D64F7-EE74-448A-AAF6-E3DFFA6D9BAA}" presName="compNode" presStyleCnt="0"/>
      <dgm:spPr/>
    </dgm:pt>
    <dgm:pt modelId="{64C73C73-6F81-4866-A638-20ECC8C9FC27}" type="pres">
      <dgm:prSet presAssocID="{E69D64F7-EE74-448A-AAF6-E3DFFA6D9BAA}" presName="bgRect" presStyleLbl="bgShp" presStyleIdx="1" presStyleCnt="3" custLinFactNeighborX="-9787" custLinFactNeighborY="-1529"/>
      <dgm:spPr/>
    </dgm:pt>
    <dgm:pt modelId="{16716F67-ED8C-4293-AC12-896DCB26DDD3}" type="pres">
      <dgm:prSet presAssocID="{E69D64F7-EE74-448A-AAF6-E3DFFA6D9BAA}" presName="iconRect" presStyleLbl="node1" presStyleIdx="1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ocument"/>
        </a:ext>
      </dgm:extLst>
    </dgm:pt>
    <dgm:pt modelId="{521DECA4-1DC3-42F9-A60E-2D98728CA9A0}" type="pres">
      <dgm:prSet presAssocID="{E69D64F7-EE74-448A-AAF6-E3DFFA6D9BAA}" presName="spaceRect" presStyleCnt="0"/>
      <dgm:spPr/>
    </dgm:pt>
    <dgm:pt modelId="{5D09C404-337C-43BC-B86B-87534219E974}" type="pres">
      <dgm:prSet presAssocID="{E69D64F7-EE74-448A-AAF6-E3DFFA6D9BAA}" presName="parTx" presStyleLbl="revTx" presStyleIdx="1" presStyleCnt="3">
        <dgm:presLayoutVars>
          <dgm:chMax val="0"/>
          <dgm:chPref val="0"/>
        </dgm:presLayoutVars>
      </dgm:prSet>
      <dgm:spPr/>
    </dgm:pt>
    <dgm:pt modelId="{F125A31C-6099-4881-9642-DFB738704050}" type="pres">
      <dgm:prSet presAssocID="{9142B881-E818-46DA-A6E7-3B526A019F0C}" presName="sibTrans" presStyleCnt="0"/>
      <dgm:spPr/>
    </dgm:pt>
    <dgm:pt modelId="{9D65FE7C-C3E4-4369-BD53-3FBD70ED2DF7}" type="pres">
      <dgm:prSet presAssocID="{207E62DE-71CE-4549-87C2-C27B36AD54BB}" presName="compNode" presStyleCnt="0"/>
      <dgm:spPr/>
    </dgm:pt>
    <dgm:pt modelId="{DCF15E64-1FD9-43CD-A805-1D4F13565053}" type="pres">
      <dgm:prSet presAssocID="{207E62DE-71CE-4549-87C2-C27B36AD54BB}" presName="bgRect" presStyleLbl="bgShp" presStyleIdx="2" presStyleCnt="3"/>
      <dgm:spPr/>
    </dgm:pt>
    <dgm:pt modelId="{EAEF0509-636F-4EE4-B57A-0DCD9B6588D5}" type="pres">
      <dgm:prSet presAssocID="{207E62DE-71CE-4549-87C2-C27B36AD54BB}" presName="iconRect" presStyleLbl="node1" presStyleIdx="2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ar chart"/>
        </a:ext>
      </dgm:extLst>
    </dgm:pt>
    <dgm:pt modelId="{C86D2A10-FF40-4C19-B8C6-37C2AF4AB060}" type="pres">
      <dgm:prSet presAssocID="{207E62DE-71CE-4549-87C2-C27B36AD54BB}" presName="spaceRect" presStyleCnt="0"/>
      <dgm:spPr/>
    </dgm:pt>
    <dgm:pt modelId="{3FE57743-9B3D-4EEF-AE29-DA461AAF3BC4}" type="pres">
      <dgm:prSet presAssocID="{207E62DE-71CE-4549-87C2-C27B36AD54BB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D33B832A-74EE-4776-B141-705AB4A4D51B}" type="presOf" srcId="{207E62DE-71CE-4549-87C2-C27B36AD54BB}" destId="{3FE57743-9B3D-4EEF-AE29-DA461AAF3BC4}" srcOrd="0" destOrd="0" presId="urn:microsoft.com/office/officeart/2018/2/layout/IconVerticalSolidList"/>
    <dgm:cxn modelId="{67DD962B-6DFE-4619-88D6-A086D0CC23CE}" type="presOf" srcId="{2EC8F3E5-A87F-48B0-B133-0493E5208729}" destId="{0EF49EF0-67B1-49CC-ADA2-F40B0260B1C3}" srcOrd="0" destOrd="0" presId="urn:microsoft.com/office/officeart/2018/2/layout/IconVerticalSolidList"/>
    <dgm:cxn modelId="{DB28D42D-650D-496A-9A0B-91C186667765}" srcId="{31025953-094C-4EFD-A973-35BC70F9B3F6}" destId="{2EC8F3E5-A87F-48B0-B133-0493E5208729}" srcOrd="0" destOrd="0" parTransId="{D1E757C5-144F-4A71-BF34-609A61033B30}" sibTransId="{29217524-64A0-4F72-8BB9-D5C75B34E181}"/>
    <dgm:cxn modelId="{D10D9566-2D18-41D7-8712-F38727999379}" srcId="{31025953-094C-4EFD-A973-35BC70F9B3F6}" destId="{207E62DE-71CE-4549-87C2-C27B36AD54BB}" srcOrd="2" destOrd="0" parTransId="{5ECAE54F-FBB5-457A-8227-F582C048D35E}" sibTransId="{B9B6C70D-098F-453D-9C8E-F4859D7979FE}"/>
    <dgm:cxn modelId="{33744049-EBDD-4B9D-8151-C341B484E4B2}" type="presOf" srcId="{E69D64F7-EE74-448A-AAF6-E3DFFA6D9BAA}" destId="{5D09C404-337C-43BC-B86B-87534219E974}" srcOrd="0" destOrd="0" presId="urn:microsoft.com/office/officeart/2018/2/layout/IconVerticalSolidList"/>
    <dgm:cxn modelId="{0484D498-39BD-4A67-9EC0-58742625E129}" type="presOf" srcId="{31025953-094C-4EFD-A973-35BC70F9B3F6}" destId="{A8808F13-9B9C-477A-B305-0CF6381BF24D}" srcOrd="0" destOrd="0" presId="urn:microsoft.com/office/officeart/2018/2/layout/IconVerticalSolidList"/>
    <dgm:cxn modelId="{4DCDC3AC-CE5D-4ED4-8702-05509A194C1F}" srcId="{31025953-094C-4EFD-A973-35BC70F9B3F6}" destId="{E69D64F7-EE74-448A-AAF6-E3DFFA6D9BAA}" srcOrd="1" destOrd="0" parTransId="{AE0FF11C-DF63-4A78-8C77-C0257DA9CBCE}" sibTransId="{9142B881-E818-46DA-A6E7-3B526A019F0C}"/>
    <dgm:cxn modelId="{15B65E51-0BCE-4931-AB72-86165756A040}" type="presParOf" srcId="{A8808F13-9B9C-477A-B305-0CF6381BF24D}" destId="{B080DA5F-4941-4851-9732-EF56CDF344B2}" srcOrd="0" destOrd="0" presId="urn:microsoft.com/office/officeart/2018/2/layout/IconVerticalSolidList"/>
    <dgm:cxn modelId="{F0363C11-258A-437A-AA32-AF5BE62D0FB9}" type="presParOf" srcId="{B080DA5F-4941-4851-9732-EF56CDF344B2}" destId="{D563B15B-09E4-4F16-AD43-1300FFBF82AD}" srcOrd="0" destOrd="0" presId="urn:microsoft.com/office/officeart/2018/2/layout/IconVerticalSolidList"/>
    <dgm:cxn modelId="{1841AE39-1054-411B-B9FD-9725E5C25BE9}" type="presParOf" srcId="{B080DA5F-4941-4851-9732-EF56CDF344B2}" destId="{F82C192A-9F39-4EA1-995B-514715D7BB4B}" srcOrd="1" destOrd="0" presId="urn:microsoft.com/office/officeart/2018/2/layout/IconVerticalSolidList"/>
    <dgm:cxn modelId="{A5D53405-5C78-4258-B2A4-DC3DB5C106D2}" type="presParOf" srcId="{B080DA5F-4941-4851-9732-EF56CDF344B2}" destId="{76F54FA7-40AF-4F50-ADBF-89E93673AC3C}" srcOrd="2" destOrd="0" presId="urn:microsoft.com/office/officeart/2018/2/layout/IconVerticalSolidList"/>
    <dgm:cxn modelId="{3DABB1AE-9E27-42DC-B24F-059D4EFB40F2}" type="presParOf" srcId="{B080DA5F-4941-4851-9732-EF56CDF344B2}" destId="{0EF49EF0-67B1-49CC-ADA2-F40B0260B1C3}" srcOrd="3" destOrd="0" presId="urn:microsoft.com/office/officeart/2018/2/layout/IconVerticalSolidList"/>
    <dgm:cxn modelId="{3E4C294C-B95C-4341-9E30-352723B507D3}" type="presParOf" srcId="{A8808F13-9B9C-477A-B305-0CF6381BF24D}" destId="{3364A96D-7E82-4125-A68E-EBB68BAAD8B1}" srcOrd="1" destOrd="0" presId="urn:microsoft.com/office/officeart/2018/2/layout/IconVerticalSolidList"/>
    <dgm:cxn modelId="{B525CC4B-BA06-4207-903B-E57BB34DDFD6}" type="presParOf" srcId="{A8808F13-9B9C-477A-B305-0CF6381BF24D}" destId="{092D9302-96B4-45D7-A0D3-4091BA989178}" srcOrd="2" destOrd="0" presId="urn:microsoft.com/office/officeart/2018/2/layout/IconVerticalSolidList"/>
    <dgm:cxn modelId="{4FEA117C-287D-426B-B3F6-6D60DF1B43EF}" type="presParOf" srcId="{092D9302-96B4-45D7-A0D3-4091BA989178}" destId="{64C73C73-6F81-4866-A638-20ECC8C9FC27}" srcOrd="0" destOrd="0" presId="urn:microsoft.com/office/officeart/2018/2/layout/IconVerticalSolidList"/>
    <dgm:cxn modelId="{C6393DDD-CE4B-47E8-AE0C-0CF6EF265A26}" type="presParOf" srcId="{092D9302-96B4-45D7-A0D3-4091BA989178}" destId="{16716F67-ED8C-4293-AC12-896DCB26DDD3}" srcOrd="1" destOrd="0" presId="urn:microsoft.com/office/officeart/2018/2/layout/IconVerticalSolidList"/>
    <dgm:cxn modelId="{D89C8FE2-FEED-458D-AD0A-8D8144E258FC}" type="presParOf" srcId="{092D9302-96B4-45D7-A0D3-4091BA989178}" destId="{521DECA4-1DC3-42F9-A60E-2D98728CA9A0}" srcOrd="2" destOrd="0" presId="urn:microsoft.com/office/officeart/2018/2/layout/IconVerticalSolidList"/>
    <dgm:cxn modelId="{822AF3B2-A5B7-4C90-A55D-CA9CD4658B9B}" type="presParOf" srcId="{092D9302-96B4-45D7-A0D3-4091BA989178}" destId="{5D09C404-337C-43BC-B86B-87534219E974}" srcOrd="3" destOrd="0" presId="urn:microsoft.com/office/officeart/2018/2/layout/IconVerticalSolidList"/>
    <dgm:cxn modelId="{82FFA81D-FC41-4B6A-8129-A72FFAB0A572}" type="presParOf" srcId="{A8808F13-9B9C-477A-B305-0CF6381BF24D}" destId="{F125A31C-6099-4881-9642-DFB738704050}" srcOrd="3" destOrd="0" presId="urn:microsoft.com/office/officeart/2018/2/layout/IconVerticalSolidList"/>
    <dgm:cxn modelId="{E79C0678-EC48-455C-8D55-B0863BC0E2A1}" type="presParOf" srcId="{A8808F13-9B9C-477A-B305-0CF6381BF24D}" destId="{9D65FE7C-C3E4-4369-BD53-3FBD70ED2DF7}" srcOrd="4" destOrd="0" presId="urn:microsoft.com/office/officeart/2018/2/layout/IconVerticalSolidList"/>
    <dgm:cxn modelId="{93F38FB0-163A-401C-812D-840BD93B28C2}" type="presParOf" srcId="{9D65FE7C-C3E4-4369-BD53-3FBD70ED2DF7}" destId="{DCF15E64-1FD9-43CD-A805-1D4F13565053}" srcOrd="0" destOrd="0" presId="urn:microsoft.com/office/officeart/2018/2/layout/IconVerticalSolidList"/>
    <dgm:cxn modelId="{FE93BF65-B475-40EC-9A75-656883675A08}" type="presParOf" srcId="{9D65FE7C-C3E4-4369-BD53-3FBD70ED2DF7}" destId="{EAEF0509-636F-4EE4-B57A-0DCD9B6588D5}" srcOrd="1" destOrd="0" presId="urn:microsoft.com/office/officeart/2018/2/layout/IconVerticalSolidList"/>
    <dgm:cxn modelId="{3916C718-7E2C-4D34-BC7B-1D216EF9242D}" type="presParOf" srcId="{9D65FE7C-C3E4-4369-BD53-3FBD70ED2DF7}" destId="{C86D2A10-FF40-4C19-B8C6-37C2AF4AB060}" srcOrd="2" destOrd="0" presId="urn:microsoft.com/office/officeart/2018/2/layout/IconVerticalSolidList"/>
    <dgm:cxn modelId="{4DCCA3D7-827B-4134-8459-9BBEBCC18074}" type="presParOf" srcId="{9D65FE7C-C3E4-4369-BD53-3FBD70ED2DF7}" destId="{3FE57743-9B3D-4EEF-AE29-DA461AAF3BC4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950B7CA-0670-49C5-BA28-CE31D6D40205}">
      <dsp:nvSpPr>
        <dsp:cNvPr id="0" name=""/>
        <dsp:cNvSpPr/>
      </dsp:nvSpPr>
      <dsp:spPr>
        <a:xfrm>
          <a:off x="6589" y="220957"/>
          <a:ext cx="2607994" cy="782398"/>
        </a:xfrm>
        <a:prstGeom prst="chevron">
          <a:avLst>
            <a:gd name="adj" fmla="val 3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6604" tIns="96604" rIns="96604" bIns="96604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AT" sz="2800" kern="1200" dirty="0"/>
            <a:t>Input</a:t>
          </a:r>
          <a:endParaRPr lang="de-AT" sz="2800" kern="1200" dirty="0"/>
        </a:p>
      </dsp:txBody>
      <dsp:txXfrm>
        <a:off x="241308" y="220957"/>
        <a:ext cx="2138556" cy="782398"/>
      </dsp:txXfrm>
    </dsp:sp>
    <dsp:sp modelId="{E36CD81A-A67D-481E-B6D3-DD571AF376A5}">
      <dsp:nvSpPr>
        <dsp:cNvPr id="0" name=""/>
        <dsp:cNvSpPr/>
      </dsp:nvSpPr>
      <dsp:spPr>
        <a:xfrm>
          <a:off x="6589" y="1003355"/>
          <a:ext cx="2373275" cy="2629592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87541" tIns="187541" rIns="187541" bIns="375083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AT" sz="1700" kern="1200" dirty="0"/>
            <a:t>Satellite Images</a:t>
          </a:r>
        </a:p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AT" sz="1700" kern="1200" dirty="0"/>
        </a:p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AT" sz="1700" kern="1200" dirty="0"/>
            <a:t>Open Street Map Land Use Layer</a:t>
          </a:r>
        </a:p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AT" sz="1700" kern="1200" dirty="0"/>
        </a:p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AT" sz="1700" kern="1200" dirty="0"/>
            <a:t>T</a:t>
          </a:r>
          <a:r>
            <a:rPr lang="en-AT" sz="1700" kern="1200" dirty="0" err="1"/>
            <a:t>ree</a:t>
          </a:r>
          <a:r>
            <a:rPr lang="en-AT" sz="1700" kern="1200" dirty="0"/>
            <a:t> register (“</a:t>
          </a:r>
          <a:r>
            <a:rPr lang="en-AT" sz="1700" kern="1200" dirty="0" err="1"/>
            <a:t>Baumkataster</a:t>
          </a:r>
          <a:r>
            <a:rPr lang="en-AT" sz="1700" kern="1200" dirty="0"/>
            <a:t>”)</a:t>
          </a:r>
        </a:p>
      </dsp:txBody>
      <dsp:txXfrm>
        <a:off x="6589" y="1003355"/>
        <a:ext cx="2373275" cy="2629592"/>
      </dsp:txXfrm>
    </dsp:sp>
    <dsp:sp modelId="{33870E2A-E5CD-4BED-8E86-627BCBBE931A}">
      <dsp:nvSpPr>
        <dsp:cNvPr id="0" name=""/>
        <dsp:cNvSpPr/>
      </dsp:nvSpPr>
      <dsp:spPr>
        <a:xfrm>
          <a:off x="2575824" y="220957"/>
          <a:ext cx="2607994" cy="782398"/>
        </a:xfrm>
        <a:prstGeom prst="chevron">
          <a:avLst>
            <a:gd name="adj" fmla="val 3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6604" tIns="96604" rIns="96604" bIns="96604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AT" sz="2800" kern="1200" dirty="0"/>
            <a:t>Consider </a:t>
          </a:r>
        </a:p>
      </dsp:txBody>
      <dsp:txXfrm>
        <a:off x="2810543" y="220957"/>
        <a:ext cx="2138556" cy="782398"/>
      </dsp:txXfrm>
    </dsp:sp>
    <dsp:sp modelId="{3ACE3EDB-8C21-4AFE-8E02-5739AE2F28C0}">
      <dsp:nvSpPr>
        <dsp:cNvPr id="0" name=""/>
        <dsp:cNvSpPr/>
      </dsp:nvSpPr>
      <dsp:spPr>
        <a:xfrm>
          <a:off x="2575824" y="1003355"/>
          <a:ext cx="2373275" cy="2629592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87541" tIns="187541" rIns="187541" bIns="375083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AT" sz="1700" kern="1200" dirty="0"/>
            <a:t>Seasons (multiple)</a:t>
          </a:r>
        </a:p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AT" sz="1700" kern="1200" dirty="0"/>
        </a:p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AT" sz="1700" kern="1200" dirty="0"/>
            <a:t>Climate Zone (restricted -&gt; middle </a:t>
          </a:r>
          <a:r>
            <a:rPr lang="en-AT" sz="1700" kern="1200" dirty="0" err="1"/>
            <a:t>european</a:t>
          </a:r>
          <a:r>
            <a:rPr lang="en-AT" sz="1700" kern="1200" dirty="0"/>
            <a:t>)</a:t>
          </a:r>
        </a:p>
      </dsp:txBody>
      <dsp:txXfrm>
        <a:off x="2575824" y="1003355"/>
        <a:ext cx="2373275" cy="2629592"/>
      </dsp:txXfrm>
    </dsp:sp>
    <dsp:sp modelId="{3CB18357-C77C-4370-8D66-4D934AC9793B}">
      <dsp:nvSpPr>
        <dsp:cNvPr id="0" name=""/>
        <dsp:cNvSpPr/>
      </dsp:nvSpPr>
      <dsp:spPr>
        <a:xfrm>
          <a:off x="5145059" y="220957"/>
          <a:ext cx="2607994" cy="782398"/>
        </a:xfrm>
        <a:prstGeom prst="chevron">
          <a:avLst>
            <a:gd name="adj" fmla="val 3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6604" tIns="96604" rIns="96604" bIns="96604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AT" sz="2800" kern="1200"/>
            <a:t>Output </a:t>
          </a:r>
          <a:endParaRPr lang="en-AT" sz="2800" kern="1200" dirty="0"/>
        </a:p>
      </dsp:txBody>
      <dsp:txXfrm>
        <a:off x="5379778" y="220957"/>
        <a:ext cx="2138556" cy="782398"/>
      </dsp:txXfrm>
    </dsp:sp>
    <dsp:sp modelId="{BE929402-A2CF-4123-AE71-3509B105F0AE}">
      <dsp:nvSpPr>
        <dsp:cNvPr id="0" name=""/>
        <dsp:cNvSpPr/>
      </dsp:nvSpPr>
      <dsp:spPr>
        <a:xfrm>
          <a:off x="5145059" y="1003355"/>
          <a:ext cx="2373275" cy="2629592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87541" tIns="187541" rIns="187541" bIns="375083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AT" sz="1700" kern="1200"/>
            <a:t>Predicted Tree Locations</a:t>
          </a:r>
          <a:endParaRPr lang="de-AT" sz="1700" kern="1200" dirty="0"/>
        </a:p>
      </dsp:txBody>
      <dsp:txXfrm>
        <a:off x="5145059" y="1003355"/>
        <a:ext cx="2373275" cy="2629592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563B15B-09E4-4F16-AD43-1300FFBF82AD}">
      <dsp:nvSpPr>
        <dsp:cNvPr id="0" name=""/>
        <dsp:cNvSpPr/>
      </dsp:nvSpPr>
      <dsp:spPr>
        <a:xfrm>
          <a:off x="0" y="486"/>
          <a:ext cx="8210547" cy="1139546"/>
        </a:xfrm>
        <a:prstGeom prst="roundRect">
          <a:avLst>
            <a:gd name="adj" fmla="val 10000"/>
          </a:avLst>
        </a:prstGeom>
        <a:solidFill>
          <a:schemeClr val="accent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82C192A-9F39-4EA1-995B-514715D7BB4B}">
      <dsp:nvSpPr>
        <dsp:cNvPr id="0" name=""/>
        <dsp:cNvSpPr/>
      </dsp:nvSpPr>
      <dsp:spPr>
        <a:xfrm>
          <a:off x="344712" y="256884"/>
          <a:ext cx="626750" cy="62675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EF49EF0-67B1-49CC-ADA2-F40B0260B1C3}">
      <dsp:nvSpPr>
        <dsp:cNvPr id="0" name=""/>
        <dsp:cNvSpPr/>
      </dsp:nvSpPr>
      <dsp:spPr>
        <a:xfrm>
          <a:off x="1316176" y="486"/>
          <a:ext cx="6894370" cy="113954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602" tIns="120602" rIns="120602" bIns="120602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AT" sz="2500" kern="1200" dirty="0"/>
            <a:t>Limited </a:t>
          </a:r>
          <a:r>
            <a:rPr lang="de-AT" sz="2500" kern="1200" dirty="0" err="1"/>
            <a:t>computational</a:t>
          </a:r>
          <a:r>
            <a:rPr lang="de-AT" sz="2500" kern="1200" dirty="0"/>
            <a:t> </a:t>
          </a:r>
          <a:r>
            <a:rPr lang="de-AT" sz="2500" kern="1200" dirty="0" err="1"/>
            <a:t>resources</a:t>
          </a:r>
          <a:r>
            <a:rPr lang="de-AT" sz="2500" kern="1200" dirty="0"/>
            <a:t> on WU </a:t>
          </a:r>
          <a:r>
            <a:rPr lang="de-AT" sz="2500" kern="1200" dirty="0" err="1"/>
            <a:t>Jupyter</a:t>
          </a:r>
          <a:r>
            <a:rPr lang="de-AT" sz="2500" kern="1200" dirty="0"/>
            <a:t> Hub</a:t>
          </a:r>
          <a:endParaRPr lang="en-US" sz="2500" kern="1200" dirty="0"/>
        </a:p>
      </dsp:txBody>
      <dsp:txXfrm>
        <a:off x="1316176" y="486"/>
        <a:ext cx="6894370" cy="1139546"/>
      </dsp:txXfrm>
    </dsp:sp>
    <dsp:sp modelId="{64C73C73-6F81-4866-A638-20ECC8C9FC27}">
      <dsp:nvSpPr>
        <dsp:cNvPr id="0" name=""/>
        <dsp:cNvSpPr/>
      </dsp:nvSpPr>
      <dsp:spPr>
        <a:xfrm>
          <a:off x="0" y="1407496"/>
          <a:ext cx="8210547" cy="1139546"/>
        </a:xfrm>
        <a:prstGeom prst="roundRect">
          <a:avLst>
            <a:gd name="adj" fmla="val 10000"/>
          </a:avLst>
        </a:prstGeom>
        <a:solidFill>
          <a:schemeClr val="accent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6716F67-ED8C-4293-AC12-896DCB26DDD3}">
      <dsp:nvSpPr>
        <dsp:cNvPr id="0" name=""/>
        <dsp:cNvSpPr/>
      </dsp:nvSpPr>
      <dsp:spPr>
        <a:xfrm>
          <a:off x="344712" y="1681318"/>
          <a:ext cx="626750" cy="62675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D09C404-337C-43BC-B86B-87534219E974}">
      <dsp:nvSpPr>
        <dsp:cNvPr id="0" name=""/>
        <dsp:cNvSpPr/>
      </dsp:nvSpPr>
      <dsp:spPr>
        <a:xfrm>
          <a:off x="1316176" y="1424920"/>
          <a:ext cx="6894370" cy="113954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602" tIns="120602" rIns="120602" bIns="120602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AT" sz="2500" b="0" i="0" kern="1200" dirty="0" err="1"/>
            <a:t>Sparse</a:t>
          </a:r>
          <a:r>
            <a:rPr lang="de-AT" sz="2500" b="0" i="0" kern="1200" dirty="0"/>
            <a:t> Coverage</a:t>
          </a:r>
          <a:endParaRPr lang="en-US" sz="2500" b="0" i="0" kern="1200" dirty="0"/>
        </a:p>
      </dsp:txBody>
      <dsp:txXfrm>
        <a:off x="1316176" y="1424920"/>
        <a:ext cx="6894370" cy="1139546"/>
      </dsp:txXfrm>
    </dsp:sp>
    <dsp:sp modelId="{DCF15E64-1FD9-43CD-A805-1D4F13565053}">
      <dsp:nvSpPr>
        <dsp:cNvPr id="0" name=""/>
        <dsp:cNvSpPr/>
      </dsp:nvSpPr>
      <dsp:spPr>
        <a:xfrm>
          <a:off x="0" y="2849353"/>
          <a:ext cx="8210547" cy="1139546"/>
        </a:xfrm>
        <a:prstGeom prst="roundRect">
          <a:avLst>
            <a:gd name="adj" fmla="val 10000"/>
          </a:avLst>
        </a:prstGeom>
        <a:solidFill>
          <a:schemeClr val="accent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AEF0509-636F-4EE4-B57A-0DCD9B6588D5}">
      <dsp:nvSpPr>
        <dsp:cNvPr id="0" name=""/>
        <dsp:cNvSpPr/>
      </dsp:nvSpPr>
      <dsp:spPr>
        <a:xfrm>
          <a:off x="344712" y="3105751"/>
          <a:ext cx="626750" cy="62675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FE57743-9B3D-4EEF-AE29-DA461AAF3BC4}">
      <dsp:nvSpPr>
        <dsp:cNvPr id="0" name=""/>
        <dsp:cNvSpPr/>
      </dsp:nvSpPr>
      <dsp:spPr>
        <a:xfrm>
          <a:off x="1316176" y="2849353"/>
          <a:ext cx="6894370" cy="113954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602" tIns="120602" rIns="120602" bIns="120602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AT" sz="2500" kern="1200" dirty="0"/>
            <a:t>Final </a:t>
          </a:r>
          <a:r>
            <a:rPr lang="de-AT" sz="2500" kern="1200" dirty="0" err="1"/>
            <a:t>database</a:t>
          </a:r>
          <a:r>
            <a:rPr lang="de-AT" sz="2500" kern="1200" dirty="0"/>
            <a:t> </a:t>
          </a:r>
          <a:r>
            <a:rPr lang="de-AT" sz="2500" kern="1200" dirty="0" err="1"/>
            <a:t>layout</a:t>
          </a:r>
          <a:r>
            <a:rPr lang="de-AT" sz="2500" kern="1200" dirty="0"/>
            <a:t> for Data Coaches</a:t>
          </a:r>
          <a:endParaRPr lang="en-US" sz="2500" kern="1200" dirty="0"/>
        </a:p>
      </dsp:txBody>
      <dsp:txXfrm>
        <a:off x="1316176" y="2849353"/>
        <a:ext cx="6894370" cy="113954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6/7/layout/ChevronBlockProcess">
  <dgm:title val="Chevron Block Process"/>
  <dgm:desc val="Use to show a progression; a timeline; sequential steps in a task, process, or workflow; or to emphasize movement or direction. Level 1 text appears inside an arrow shape while Level 2 text appears below the arrow shapes."/>
  <dgm:catLst>
    <dgm:cat type="process" pri="5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 fact="0.6"/>
      <dgm:constr type="h" for="des" forName="composite" op="equ"/>
      <dgm:constr type="w" for="ch" forName="composite" refType="w"/>
      <dgm:constr type="w" for="des" forName="parTx"/>
      <dgm:constr type="h" for="des" forName="parTx" op="equ"/>
      <dgm:constr type="w" for="des" forName="desTx"/>
      <dgm:constr type="primFontSz" for="des" forName="parTx" val="28"/>
      <dgm:constr type="primFontSz" for="des" forName="desTx" refType="primFontSz" refFor="des" refForName="parTx" op="lte" fact="0.75"/>
      <dgm:constr type="h" for="des" forName="desTx" op="equ"/>
      <dgm:constr type="w" for="ch" forName="space" refType="w" op="equ" fact="-0.005"/>
    </dgm:constrLst>
    <dgm:ruleLst>
      <dgm:rule type="w" for="ch" forName="composite" val="0" fact="NaN" max="NaN"/>
    </dgm:ruleLst>
    <dgm:forEach name="Name6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7">
          <dgm:if name="Name8" func="var" arg="dir" op="equ" val="norm">
            <dgm:constrLst>
              <dgm:constr type="l" for="ch" forName="parTx"/>
              <dgm:constr type="w" for="ch" forName="parTx" refType="w"/>
              <dgm:constr type="t" for="ch" forName="parTx"/>
              <dgm:constr type="l" for="ch" forName="desTx"/>
              <dgm:constr type="w" for="ch" forName="desTx" refType="w" refFor="ch" refForName="parTx" fact="0.91"/>
              <dgm:constr type="t" for="ch" forName="desTx" refType="h" refFor="ch" refForName="parTx"/>
            </dgm:constrLst>
          </dgm:if>
          <dgm:else name="Name9">
            <dgm:constrLst>
              <dgm:constr type="l" for="ch" forName="parTx"/>
              <dgm:constr type="w" for="ch" forName="parTx" refType="w"/>
              <dgm:constr type="t" for="ch" forName="parTx"/>
              <dgm:constr type="l" for="ch" forName="desTx" refType="w" fact="0.09"/>
              <dgm:constr type="w" for="ch" forName="desTx" refType="w" refFor="ch" refForName="parTx" fact="0.91"/>
              <dgm:constr type="t" for="ch" forName="desTx" refType="h" refFor="ch" refForName="parTx"/>
            </dgm:constrLst>
          </dgm:else>
        </dgm:choose>
        <dgm:ruleLst>
          <dgm:rule type="h" val="INF" fact="NaN" max="NaN"/>
        </dgm:ruleLst>
        <dgm:layoutNode name="parTx" styleLbl="alignNode1">
          <dgm:varLst>
            <dgm:chMax val="0"/>
            <dgm:chPref val="0"/>
          </dgm:varLst>
          <dgm:alg type="tx"/>
          <dgm:choose name="Name10">
            <dgm:if name="Name11" func="var" arg="dir" op="equ" val="norm">
              <dgm:shape xmlns:r="http://schemas.openxmlformats.org/officeDocument/2006/relationships" type="chevron" r:blip="">
                <dgm:adjLst>
                  <dgm:adj idx="1" val="0.3"/>
                </dgm:adjLst>
              </dgm:shape>
            </dgm:if>
            <dgm:else name="Name12">
              <dgm:shape xmlns:r="http://schemas.openxmlformats.org/officeDocument/2006/relationships" rot="180" type="chevron" r:blip="">
                <dgm:adjLst/>
              </dgm:shape>
            </dgm:else>
          </dgm:choose>
          <dgm:presOf axis="self" ptType="node"/>
          <dgm:choose name="Name13">
            <dgm:if name="Name14" func="var" arg="dir" op="equ" val="norm">
              <dgm:constrLst>
                <dgm:constr type="h" refType="w" op="lte" fact="0.3"/>
                <dgm:constr type="h"/>
                <dgm:constr type="tMarg" refType="w" fact="0.105"/>
                <dgm:constr type="bMarg" refType="w" fact="0.105"/>
                <dgm:constr type="lMarg" refType="w" fact="0.105"/>
                <dgm:constr type="rMarg" refType="w" fact="0.105"/>
              </dgm:constrLst>
            </dgm:if>
            <dgm:else name="Name15">
              <dgm:constrLst>
                <dgm:constr type="h" refType="w" op="lte" fact="0.3"/>
                <dgm:constr type="h"/>
                <dgm:constr type="tMarg" refType="w" fact="0.105"/>
                <dgm:constr type="bMarg" refType="w" fact="0.105"/>
                <dgm:constr type="lMarg" refType="w" fact="0.105"/>
                <dgm:constr type="rMarg" refType="w" fact="0.105"/>
              </dgm:constrLst>
            </dgm:else>
          </dgm:choose>
          <dgm:ruleLst>
            <dgm:rule type="h" val="INF" fact="NaN" max="NaN"/>
            <dgm:rule type="primFontSz" val="14" fact="NaN" max="NaN"/>
          </dgm:ruleLst>
        </dgm:layoutNode>
        <dgm:layoutNode name="desTx" styleLbl="alignAccFollowNode1">
          <dgm:varLst/>
          <dgm:alg type="tx">
            <dgm:param type="stBulletLvl" val="0"/>
            <dgm:param type="txAnchorVert" val="t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primFontSz" val="20"/>
            <dgm:constr type="tMarg" refType="w" fact="0.224"/>
            <dgm:constr type="bMarg" refType="w" fact="0.448"/>
            <dgm:constr type="lMarg" refType="w" fact="0.224"/>
            <dgm:constr type="rMarg" refType="w" fact="0.224"/>
          </dgm:constrLst>
          <dgm:ruleLst>
            <dgm:rule type="h" val="INF" fact="NaN" max="NaN"/>
            <dgm:rule type="primFontSz" val="11" fact="NaN" max="NaN"/>
          </dgm:ruleLst>
        </dgm:layoutNode>
      </dgm:layoutNode>
      <dgm:forEach name="Name19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AT" sz="1000" dirty="0"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68817FD-8155-4502-AF78-DBC2EA4B168F}" type="datetimeFigureOut">
              <a:rPr lang="de-AT" sz="1000" smtClean="0">
                <a:latin typeface="Verdana" pitchFamily="34" charset="0"/>
                <a:ea typeface="Verdana" pitchFamily="34" charset="0"/>
                <a:cs typeface="Verdana" pitchFamily="34" charset="0"/>
              </a:rPr>
              <a:t>20.04.2026</a:t>
            </a:fld>
            <a:endParaRPr lang="de-AT" sz="1000" dirty="0"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AT" sz="1000" dirty="0"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17F6F62-1C91-45E7-BAED-FBFBF67C82BC}" type="slidenum">
              <a:rPr lang="de-AT" sz="1000" smtClean="0">
                <a:latin typeface="Verdana" pitchFamily="34" charset="0"/>
                <a:ea typeface="Verdana" pitchFamily="34" charset="0"/>
                <a:cs typeface="Verdana" pitchFamily="34" charset="0"/>
              </a:rPr>
              <a:t>‹#›</a:t>
            </a:fld>
            <a:endParaRPr lang="de-AT" sz="1000" dirty="0"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5434567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000"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</a:lstStyle>
          <a:p>
            <a:endParaRPr lang="de-AT" dirty="0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000"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</a:lstStyle>
          <a:p>
            <a:fld id="{C0A972FC-F5E0-4F80-B169-F0B5EFC71333}" type="datetimeFigureOut">
              <a:rPr lang="de-AT" smtClean="0"/>
              <a:pPr/>
              <a:t>20.04.2026</a:t>
            </a:fld>
            <a:endParaRPr lang="de-AT" dirty="0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685800"/>
            <a:ext cx="54864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AT" dirty="0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AT" dirty="0"/>
              <a:t>Textmasterformat bearbeiten</a:t>
            </a:r>
          </a:p>
          <a:p>
            <a:pPr lvl="1"/>
            <a:r>
              <a:rPr lang="de-AT" dirty="0"/>
              <a:t>Zweite Ebene</a:t>
            </a:r>
          </a:p>
          <a:p>
            <a:pPr lvl="2"/>
            <a:r>
              <a:rPr lang="de-AT" dirty="0"/>
              <a:t>Dritte Ebene</a:t>
            </a:r>
          </a:p>
          <a:p>
            <a:pPr lvl="3"/>
            <a:r>
              <a:rPr lang="de-AT" dirty="0"/>
              <a:t>Vierte Ebene</a:t>
            </a:r>
          </a:p>
          <a:p>
            <a:pPr lvl="4"/>
            <a:r>
              <a:rPr lang="de-AT" dirty="0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000"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</a:lstStyle>
          <a:p>
            <a:endParaRPr lang="de-AT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</a:lstStyle>
          <a:p>
            <a:fld id="{219CC2FD-B32F-4992-A15B-F95E2E35C81B}" type="slidenum">
              <a:rPr lang="de-AT" smtClean="0"/>
              <a:pPr/>
              <a:t>‹#›</a:t>
            </a:fld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9151365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Verdana" pitchFamily="34" charset="0"/>
        <a:ea typeface="Verdana" pitchFamily="34" charset="0"/>
        <a:cs typeface="Verdana" pitchFamily="34" charset="0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Verdana" panose="020B0604030504040204" pitchFamily="34" charset="0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Verdana" panose="020B0604030504040204" pitchFamily="34" charset="0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Verdana" panose="020B0604030504040204" pitchFamily="34" charset="0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Verdana" panose="020B0604030504040204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AT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19CC2FD-B32F-4992-A15B-F95E2E35C81B}" type="slidenum">
              <a:rPr lang="de-AT" smtClean="0"/>
              <a:pPr/>
              <a:t>1</a:t>
            </a:fld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395659552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Replaced AI generated image with real data from lower </a:t>
            </a:r>
            <a:r>
              <a:rPr lang="en-US" dirty="0" err="1"/>
              <a:t>austria</a:t>
            </a:r>
            <a:r>
              <a:rPr lang="en-US" dirty="0"/>
              <a:t>:</a:t>
            </a:r>
          </a:p>
          <a:p>
            <a:r>
              <a:rPr lang="de-AT" dirty="0"/>
              <a:t>Green </a:t>
            </a:r>
            <a:r>
              <a:rPr lang="de-AT" dirty="0" err="1"/>
              <a:t>reduces</a:t>
            </a:r>
            <a:r>
              <a:rPr lang="de-AT" dirty="0"/>
              <a:t> </a:t>
            </a:r>
            <a:r>
              <a:rPr lang="de-AT" dirty="0" err="1"/>
              <a:t>heat</a:t>
            </a:r>
            <a:r>
              <a:rPr lang="de-AT" dirty="0"/>
              <a:t> </a:t>
            </a:r>
            <a:r>
              <a:rPr lang="de-AT" dirty="0" err="1"/>
              <a:t>picture</a:t>
            </a:r>
            <a:endParaRPr lang="de-AT" dirty="0"/>
          </a:p>
          <a:p>
            <a:r>
              <a:rPr lang="de-AT" dirty="0"/>
              <a:t>Asphalt </a:t>
            </a:r>
            <a:r>
              <a:rPr lang="de-AT" dirty="0" err="1"/>
              <a:t>without</a:t>
            </a:r>
            <a:r>
              <a:rPr lang="de-AT" dirty="0"/>
              <a:t> </a:t>
            </a:r>
            <a:r>
              <a:rPr lang="de-AT" dirty="0" err="1"/>
              <a:t>shade</a:t>
            </a:r>
            <a:r>
              <a:rPr lang="de-AT" dirty="0"/>
              <a:t>: 40 °C </a:t>
            </a:r>
          </a:p>
          <a:p>
            <a:r>
              <a:rPr lang="de-AT" dirty="0"/>
              <a:t>Asphalt </a:t>
            </a:r>
            <a:r>
              <a:rPr lang="de-AT" dirty="0" err="1"/>
              <a:t>with</a:t>
            </a:r>
            <a:r>
              <a:rPr lang="de-AT" dirty="0"/>
              <a:t> </a:t>
            </a:r>
            <a:r>
              <a:rPr lang="de-AT" dirty="0" err="1"/>
              <a:t>tree</a:t>
            </a:r>
            <a:r>
              <a:rPr lang="de-AT" dirty="0"/>
              <a:t> </a:t>
            </a:r>
            <a:r>
              <a:rPr lang="de-AT" dirty="0" err="1"/>
              <a:t>shade</a:t>
            </a:r>
            <a:r>
              <a:rPr lang="de-AT" dirty="0"/>
              <a:t>: 30 °C</a:t>
            </a:r>
          </a:p>
          <a:p>
            <a:endParaRPr lang="de-AT" dirty="0"/>
          </a:p>
          <a:p>
            <a:endParaRPr lang="de-AT" dirty="0"/>
          </a:p>
          <a:p>
            <a:endParaRPr lang="de-AT" dirty="0"/>
          </a:p>
          <a:p>
            <a:endParaRPr lang="de-AT" dirty="0"/>
          </a:p>
          <a:p>
            <a:r>
              <a:rPr lang="en-AT" dirty="0"/>
              <a:t>&lt;hitze grafik&gt; - wärmebild zB</a:t>
            </a:r>
          </a:p>
          <a:p>
            <a:r>
              <a:rPr lang="de-AT" dirty="0"/>
              <a:t>R</a:t>
            </a:r>
            <a:r>
              <a:rPr lang="en-AT" dirty="0" err="1"/>
              <a:t>eden</a:t>
            </a:r>
            <a:r>
              <a:rPr lang="en-AT" dirty="0"/>
              <a:t> </a:t>
            </a:r>
            <a:r>
              <a:rPr lang="en-AT" dirty="0" err="1"/>
              <a:t>über</a:t>
            </a:r>
            <a:r>
              <a:rPr lang="en-AT" dirty="0"/>
              <a:t> </a:t>
            </a:r>
            <a:r>
              <a:rPr lang="en-AT" dirty="0" err="1"/>
              <a:t>klimawandel</a:t>
            </a:r>
            <a:r>
              <a:rPr lang="en-AT" dirty="0"/>
              <a:t> – es </a:t>
            </a:r>
            <a:r>
              <a:rPr lang="en-AT" dirty="0" err="1"/>
              <a:t>wird</a:t>
            </a:r>
            <a:r>
              <a:rPr lang="en-AT" dirty="0"/>
              <a:t> </a:t>
            </a:r>
            <a:r>
              <a:rPr lang="en-AT" dirty="0" err="1"/>
              <a:t>wärmer</a:t>
            </a:r>
            <a:r>
              <a:rPr lang="en-AT" dirty="0"/>
              <a:t>, </a:t>
            </a:r>
            <a:r>
              <a:rPr lang="en-AT" dirty="0" err="1"/>
              <a:t>hitze</a:t>
            </a:r>
            <a:r>
              <a:rPr lang="en-AT" dirty="0"/>
              <a:t>, </a:t>
            </a:r>
            <a:r>
              <a:rPr lang="en-AT" dirty="0" err="1"/>
              <a:t>gefahren</a:t>
            </a:r>
            <a:endParaRPr lang="en-AT" dirty="0"/>
          </a:p>
          <a:p>
            <a:endParaRPr lang="en-AT" dirty="0"/>
          </a:p>
          <a:p>
            <a:r>
              <a:rPr lang="en-AT" dirty="0"/>
              <a:t>&lt;</a:t>
            </a:r>
            <a:r>
              <a:rPr lang="en-AT" dirty="0" err="1"/>
              <a:t>bild</a:t>
            </a:r>
            <a:r>
              <a:rPr lang="en-AT" dirty="0"/>
              <a:t> </a:t>
            </a:r>
            <a:r>
              <a:rPr lang="en-AT" dirty="0" err="1"/>
              <a:t>grün</a:t>
            </a:r>
            <a:r>
              <a:rPr lang="en-AT" dirty="0"/>
              <a:t>, </a:t>
            </a:r>
            <a:r>
              <a:rPr lang="en-AT" dirty="0" err="1"/>
              <a:t>bäume</a:t>
            </a:r>
            <a:r>
              <a:rPr lang="en-AT" dirty="0"/>
              <a:t>&gt;</a:t>
            </a:r>
          </a:p>
          <a:p>
            <a:r>
              <a:rPr lang="de-AT" dirty="0"/>
              <a:t>R</a:t>
            </a:r>
            <a:r>
              <a:rPr lang="en-AT" dirty="0" err="1"/>
              <a:t>eden</a:t>
            </a:r>
            <a:r>
              <a:rPr lang="en-AT" dirty="0"/>
              <a:t> </a:t>
            </a:r>
            <a:r>
              <a:rPr lang="en-AT" dirty="0" err="1"/>
              <a:t>über</a:t>
            </a:r>
            <a:r>
              <a:rPr lang="en-AT" dirty="0"/>
              <a:t> </a:t>
            </a:r>
            <a:r>
              <a:rPr lang="en-AT" dirty="0" err="1"/>
              <a:t>kühlfaktor</a:t>
            </a:r>
            <a:r>
              <a:rPr lang="en-AT" dirty="0"/>
              <a:t> von </a:t>
            </a:r>
            <a:r>
              <a:rPr lang="en-AT" dirty="0" err="1"/>
              <a:t>bäumen</a:t>
            </a:r>
            <a:endParaRPr lang="en-AT" dirty="0"/>
          </a:p>
          <a:p>
            <a:r>
              <a:rPr lang="en-AT" dirty="0" err="1"/>
              <a:t>Bäume</a:t>
            </a:r>
            <a:r>
              <a:rPr lang="en-AT" dirty="0"/>
              <a:t>: </a:t>
            </a:r>
            <a:r>
              <a:rPr lang="en-AT" dirty="0" err="1"/>
              <a:t>Mikroklima</a:t>
            </a:r>
            <a:endParaRPr lang="en-AT" dirty="0"/>
          </a:p>
          <a:p>
            <a:r>
              <a:rPr lang="en-AT" dirty="0" err="1"/>
              <a:t>Bäume</a:t>
            </a:r>
            <a:r>
              <a:rPr lang="en-AT" dirty="0"/>
              <a:t> </a:t>
            </a:r>
            <a:r>
              <a:rPr lang="en-AT" dirty="0" err="1"/>
              <a:t>Hochwasserschutz</a:t>
            </a:r>
            <a:endParaRPr lang="en-AT" dirty="0"/>
          </a:p>
          <a:p>
            <a:endParaRPr lang="de-A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9CC2FD-B32F-4992-A15B-F95E2E35C81B}" type="slidenum">
              <a:rPr lang="de-AT" smtClean="0"/>
              <a:pPr/>
              <a:t>4</a:t>
            </a:fld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48724756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AT" dirty="0"/>
              <a:t>&lt;Logo Infrared&gt; - </a:t>
            </a:r>
            <a:r>
              <a:rPr lang="en-AT" dirty="0" err="1"/>
              <a:t>kurz</a:t>
            </a:r>
            <a:r>
              <a:rPr lang="en-AT" dirty="0"/>
              <a:t> </a:t>
            </a:r>
            <a:r>
              <a:rPr lang="en-AT" dirty="0" err="1"/>
              <a:t>über</a:t>
            </a:r>
            <a:r>
              <a:rPr lang="en-AT" dirty="0"/>
              <a:t> den </a:t>
            </a:r>
            <a:r>
              <a:rPr lang="en-AT" dirty="0" err="1"/>
              <a:t>firmenpartner</a:t>
            </a:r>
            <a:r>
              <a:rPr lang="en-AT" dirty="0"/>
              <a:t> </a:t>
            </a:r>
            <a:r>
              <a:rPr lang="en-AT" dirty="0" err="1"/>
              <a:t>reden</a:t>
            </a:r>
            <a:endParaRPr lang="en-AT" dirty="0"/>
          </a:p>
          <a:p>
            <a:r>
              <a:rPr lang="en-AT" dirty="0"/>
              <a:t>&lt;</a:t>
            </a:r>
            <a:r>
              <a:rPr lang="en-AT" dirty="0" err="1"/>
              <a:t>Vorjahresprojekte</a:t>
            </a:r>
            <a:r>
              <a:rPr lang="en-AT" dirty="0"/>
              <a:t> </a:t>
            </a:r>
            <a:r>
              <a:rPr lang="en-AT" dirty="0" err="1"/>
              <a:t>referenzieren</a:t>
            </a:r>
            <a:r>
              <a:rPr lang="en-AT" dirty="0"/>
              <a:t>&gt;</a:t>
            </a:r>
          </a:p>
          <a:p>
            <a:endParaRPr lang="de-A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9CC2FD-B32F-4992-A15B-F95E2E35C81B}" type="slidenum">
              <a:rPr lang="de-AT" smtClean="0"/>
              <a:pPr/>
              <a:t>5</a:t>
            </a:fld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11819567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AT" dirty="0"/>
              <a:t>A</a:t>
            </a:r>
            <a:r>
              <a:rPr lang="en-AT" dirty="0" err="1"/>
              <a:t>dditonal</a:t>
            </a:r>
            <a:r>
              <a:rPr lang="en-AT" dirty="0"/>
              <a:t> talk</a:t>
            </a:r>
          </a:p>
          <a:p>
            <a:r>
              <a:rPr lang="en-AT" dirty="0"/>
              <a:t>Out of scope: </a:t>
            </a:r>
          </a:p>
          <a:p>
            <a:pPr lvl="1"/>
            <a:r>
              <a:rPr lang="en-AT" dirty="0" err="1"/>
              <a:t>Simulationen</a:t>
            </a:r>
            <a:r>
              <a:rPr lang="en-AT" dirty="0"/>
              <a:t> (Hitze, </a:t>
            </a:r>
            <a:r>
              <a:rPr lang="en-AT" dirty="0" err="1"/>
              <a:t>flut</a:t>
            </a:r>
            <a:r>
              <a:rPr lang="en-AT" dirty="0"/>
              <a:t>). </a:t>
            </a:r>
          </a:p>
          <a:p>
            <a:pPr lvl="1"/>
            <a:r>
              <a:rPr lang="en-AT" dirty="0"/>
              <a:t>Kleine </a:t>
            </a:r>
            <a:r>
              <a:rPr lang="en-AT" dirty="0" err="1"/>
              <a:t>einzelbäume</a:t>
            </a:r>
            <a:r>
              <a:rPr lang="en-AT" dirty="0"/>
              <a:t> (die in </a:t>
            </a:r>
            <a:r>
              <a:rPr lang="en-AT" dirty="0" err="1"/>
              <a:t>auflösung</a:t>
            </a:r>
            <a:r>
              <a:rPr lang="en-AT" dirty="0"/>
              <a:t> </a:t>
            </a:r>
            <a:r>
              <a:rPr lang="en-AT" dirty="0" err="1"/>
              <a:t>unter</a:t>
            </a:r>
            <a:r>
              <a:rPr lang="en-AT" dirty="0"/>
              <a:t> </a:t>
            </a:r>
            <a:r>
              <a:rPr lang="en-AT" dirty="0" err="1"/>
              <a:t>gehen</a:t>
            </a:r>
            <a:r>
              <a:rPr lang="en-AT" dirty="0"/>
              <a:t>)</a:t>
            </a:r>
            <a:endParaRPr lang="de-AT" dirty="0"/>
          </a:p>
          <a:p>
            <a:endParaRPr lang="de-A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9CC2FD-B32F-4992-A15B-F95E2E35C81B}" type="slidenum">
              <a:rPr lang="de-AT" smtClean="0"/>
              <a:pPr/>
              <a:t>6</a:t>
            </a:fld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92915324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A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9CC2FD-B32F-4992-A15B-F95E2E35C81B}" type="slidenum">
              <a:rPr lang="de-AT" smtClean="0"/>
              <a:pPr/>
              <a:t>16</a:t>
            </a:fld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322196289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A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9CC2FD-B32F-4992-A15B-F95E2E35C81B}" type="slidenum">
              <a:rPr lang="de-AT" smtClean="0"/>
              <a:pPr/>
              <a:t>17</a:t>
            </a:fld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370893851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7.pn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7.png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uppieren 10"/>
          <p:cNvGrpSpPr/>
          <p:nvPr userDrawn="1"/>
        </p:nvGrpSpPr>
        <p:grpSpPr>
          <a:xfrm>
            <a:off x="287338" y="603319"/>
            <a:ext cx="8552850" cy="2037600"/>
            <a:chOff x="287338" y="603319"/>
            <a:chExt cx="8552850" cy="2037600"/>
          </a:xfrm>
        </p:grpSpPr>
        <p:sp>
          <p:nvSpPr>
            <p:cNvPr id="14" name="Rechteck 13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AT" dirty="0"/>
            </a:p>
          </p:txBody>
        </p:sp>
        <p:sp>
          <p:nvSpPr>
            <p:cNvPr id="15" name="Rechteck 14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>
                <a:alpha val="89804"/>
              </a:srgb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AT" dirty="0"/>
            </a:p>
          </p:txBody>
        </p:sp>
      </p:grpSp>
      <p:pic>
        <p:nvPicPr>
          <p:cNvPr id="16" name="Grafik 15">
            <a:extLst>
              <a:ext uri="{FF2B5EF4-FFF2-40B4-BE49-F238E27FC236}">
                <a16:creationId xmlns:a16="http://schemas.microsoft.com/office/drawing/2014/main" id="{BCE2647B-5073-4CAC-9C5E-8009FCC05365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sp>
        <p:nvSpPr>
          <p:cNvPr id="2" name="Titel 1"/>
          <p:cNvSpPr>
            <a:spLocks noGrp="1"/>
          </p:cNvSpPr>
          <p:nvPr userDrawn="1">
            <p:ph type="ctrTitle" hasCustomPrompt="1"/>
          </p:nvPr>
        </p:nvSpPr>
        <p:spPr bwMode="black">
          <a:xfrm>
            <a:off x="605406" y="1301365"/>
            <a:ext cx="5436000" cy="1026000"/>
          </a:xfrm>
          <a:prstGeom prst="rect">
            <a:avLst/>
          </a:prstGeom>
        </p:spPr>
        <p:txBody>
          <a:bodyPr tIns="0" anchor="ctr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de-AT" dirty="0"/>
              <a:t>Maximal zweizeiligen </a:t>
            </a:r>
            <a:br>
              <a:rPr lang="de-AT" dirty="0"/>
            </a:br>
            <a:r>
              <a:rPr lang="de-AT" dirty="0"/>
              <a:t>Titel eingeben</a:t>
            </a:r>
          </a:p>
        </p:txBody>
      </p:sp>
      <p:sp>
        <p:nvSpPr>
          <p:cNvPr id="3" name="Untertitel 2"/>
          <p:cNvSpPr>
            <a:spLocks noGrp="1"/>
          </p:cNvSpPr>
          <p:nvPr userDrawn="1">
            <p:ph type="subTitle" idx="1" hasCustomPrompt="1"/>
          </p:nvPr>
        </p:nvSpPr>
        <p:spPr bwMode="black">
          <a:xfrm>
            <a:off x="605406" y="993080"/>
            <a:ext cx="5436000" cy="351533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AT" dirty="0"/>
              <a:t>Bei Bedarf Untertitel hier eingeben</a:t>
            </a:r>
          </a:p>
        </p:txBody>
      </p:sp>
      <p:sp>
        <p:nvSpPr>
          <p:cNvPr id="10" name="Textplatzhalter 9"/>
          <p:cNvSpPr>
            <a:spLocks noGrp="1"/>
          </p:cNvSpPr>
          <p:nvPr>
            <p:ph type="body" sz="quarter" idx="11"/>
          </p:nvPr>
        </p:nvSpPr>
        <p:spPr bwMode="white">
          <a:xfrm>
            <a:off x="287338" y="2941638"/>
            <a:ext cx="4284662" cy="620885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baseline="0" dirty="0" smtClean="0"/>
            </a:lvl1pPr>
          </a:lstStyle>
          <a:p>
            <a:pPr marL="0" lvl="0" defTabSz="914400"/>
            <a:r>
              <a:rPr lang="en-US"/>
              <a:t>Click to edit Master text styles</a:t>
            </a:r>
          </a:p>
        </p:txBody>
      </p:sp>
      <p:sp>
        <p:nvSpPr>
          <p:cNvPr id="12" name="Textplatzhalter 7"/>
          <p:cNvSpPr>
            <a:spLocks noGrp="1"/>
          </p:cNvSpPr>
          <p:nvPr>
            <p:ph type="body" sz="quarter" idx="12" hasCustomPrompt="1"/>
          </p:nvPr>
        </p:nvSpPr>
        <p:spPr bwMode="auto"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bg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de-AT" dirty="0"/>
              <a:t>Stand: </a:t>
            </a:r>
            <a:r>
              <a:rPr lang="de-AT" dirty="0" err="1"/>
              <a:t>xx.xx.xxxx</a:t>
            </a:r>
            <a:endParaRPr lang="de-AT" dirty="0"/>
          </a:p>
        </p:txBody>
      </p:sp>
      <p:pic>
        <p:nvPicPr>
          <p:cNvPr id="17" name="Grafik 16">
            <a:extLst>
              <a:ext uri="{FF2B5EF4-FFF2-40B4-BE49-F238E27FC236}">
                <a16:creationId xmlns:a16="http://schemas.microsoft.com/office/drawing/2014/main" id="{577A3717-F920-47F5-9A6A-43B4555D2448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5113" y="5141094"/>
            <a:ext cx="1835942" cy="2953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668977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kurz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56A3FCC5-1509-445E-BE36-5F597590EDBB}"/>
              </a:ext>
            </a:extLst>
          </p:cNvPr>
          <p:cNvGrpSpPr/>
          <p:nvPr userDrawn="1"/>
        </p:nvGrpSpPr>
        <p:grpSpPr>
          <a:xfrm>
            <a:off x="287338" y="603319"/>
            <a:ext cx="8552850" cy="1731679"/>
            <a:chOff x="287338" y="603319"/>
            <a:chExt cx="8552850" cy="1731679"/>
          </a:xfrm>
        </p:grpSpPr>
        <p:sp>
          <p:nvSpPr>
            <p:cNvPr id="13" name="Rechteck 12"/>
            <p:cNvSpPr/>
            <p:nvPr userDrawn="1"/>
          </p:nvSpPr>
          <p:spPr>
            <a:xfrm>
              <a:off x="6192000" y="603319"/>
              <a:ext cx="2648188" cy="173167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AT" dirty="0"/>
            </a:p>
          </p:txBody>
        </p:sp>
        <p:sp>
          <p:nvSpPr>
            <p:cNvPr id="15" name="Rechteck 14"/>
            <p:cNvSpPr/>
            <p:nvPr userDrawn="1"/>
          </p:nvSpPr>
          <p:spPr bwMode="blackWhite">
            <a:xfrm>
              <a:off x="287338" y="603319"/>
              <a:ext cx="5904662" cy="1731679"/>
            </a:xfrm>
            <a:prstGeom prst="rect">
              <a:avLst/>
            </a:prstGeom>
            <a:solidFill>
              <a:srgbClr val="0096D3">
                <a:alpha val="89804"/>
              </a:srgb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AT" dirty="0"/>
            </a:p>
          </p:txBody>
        </p:sp>
      </p:grpSp>
      <p:sp>
        <p:nvSpPr>
          <p:cNvPr id="2" name="Titel 1"/>
          <p:cNvSpPr>
            <a:spLocks noGrp="1"/>
          </p:cNvSpPr>
          <p:nvPr userDrawn="1">
            <p:ph type="ctrTitle" hasCustomPrompt="1"/>
          </p:nvPr>
        </p:nvSpPr>
        <p:spPr bwMode="black">
          <a:xfrm>
            <a:off x="605408" y="1296154"/>
            <a:ext cx="5466982" cy="516714"/>
          </a:xfrm>
          <a:prstGeom prst="rect">
            <a:avLst/>
          </a:prstGeom>
        </p:spPr>
        <p:txBody>
          <a:bodyPr tIns="0" anchor="b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de-AT" dirty="0"/>
              <a:t>Einzeiligen Titel eingeben</a:t>
            </a:r>
          </a:p>
        </p:txBody>
      </p:sp>
      <p:sp>
        <p:nvSpPr>
          <p:cNvPr id="3" name="Untertitel 2"/>
          <p:cNvSpPr>
            <a:spLocks noGrp="1"/>
          </p:cNvSpPr>
          <p:nvPr userDrawn="1">
            <p:ph type="subTitle" idx="1" hasCustomPrompt="1"/>
          </p:nvPr>
        </p:nvSpPr>
        <p:spPr bwMode="black">
          <a:xfrm>
            <a:off x="605408" y="993080"/>
            <a:ext cx="5466982" cy="304511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AT" dirty="0"/>
              <a:t>Bei Bedarf Untertitel hier eingeben</a:t>
            </a:r>
          </a:p>
        </p:txBody>
      </p:sp>
      <p:sp>
        <p:nvSpPr>
          <p:cNvPr id="16" name="Textplatzhalter 9"/>
          <p:cNvSpPr>
            <a:spLocks noGrp="1"/>
          </p:cNvSpPr>
          <p:nvPr userDrawn="1">
            <p:ph type="body" sz="quarter" idx="11"/>
          </p:nvPr>
        </p:nvSpPr>
        <p:spPr bwMode="white">
          <a:xfrm>
            <a:off x="287338" y="2642906"/>
            <a:ext cx="4284662" cy="620885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pPr marL="0" lvl="0" defTabSz="914400"/>
            <a:r>
              <a:rPr lang="en-US"/>
              <a:t>Click to edit Master text styles</a:t>
            </a:r>
          </a:p>
        </p:txBody>
      </p:sp>
      <p:sp>
        <p:nvSpPr>
          <p:cNvPr id="12" name="Textplatzhalter 7"/>
          <p:cNvSpPr>
            <a:spLocks noGrp="1"/>
          </p:cNvSpPr>
          <p:nvPr userDrawn="1">
            <p:ph type="body" sz="quarter" idx="12" hasCustomPrompt="1"/>
          </p:nvPr>
        </p:nvSpPr>
        <p:spPr bwMode="auto"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bg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de-AT" dirty="0"/>
              <a:t>Stand: </a:t>
            </a:r>
            <a:r>
              <a:rPr lang="de-AT" dirty="0" err="1"/>
              <a:t>xx.xx.xxxx</a:t>
            </a:r>
            <a:endParaRPr lang="de-AT" dirty="0"/>
          </a:p>
        </p:txBody>
      </p:sp>
      <p:pic>
        <p:nvPicPr>
          <p:cNvPr id="21" name="Grafik 20">
            <a:extLst>
              <a:ext uri="{FF2B5EF4-FFF2-40B4-BE49-F238E27FC236}">
                <a16:creationId xmlns:a16="http://schemas.microsoft.com/office/drawing/2014/main" id="{2D5C1542-29B8-4AE1-B0C9-CD406CE5EF8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59234A93-CFFB-4237-9659-D02118469D89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5113" y="5141094"/>
            <a:ext cx="1835942" cy="295313"/>
          </a:xfrm>
          <a:prstGeom prst="rect">
            <a:avLst/>
          </a:prstGeom>
        </p:spPr>
      </p:pic>
    </p:spTree>
  </p:cSld>
  <p:clrMapOvr>
    <a:masterClrMapping/>
  </p:clrMapOvr>
  <p:transition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462019" y="1344613"/>
            <a:ext cx="7759644" cy="3853905"/>
          </a:xfrm>
        </p:spPr>
        <p:txBody>
          <a:bodyPr lIns="0" rIns="0">
            <a:normAutofit/>
          </a:bodyPr>
          <a:lstStyle>
            <a:lvl1pPr>
              <a:defRPr sz="1600"/>
            </a:lvl1pPr>
            <a:lvl2pPr>
              <a:defRPr sz="15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de-AT" dirty="0"/>
              <a:t>Textmasterformat durch Klicken bearbeiten</a:t>
            </a:r>
          </a:p>
          <a:p>
            <a:pPr lvl="1"/>
            <a:r>
              <a:rPr lang="de-AT" dirty="0"/>
              <a:t>Zweite Ebene</a:t>
            </a:r>
          </a:p>
          <a:p>
            <a:pPr lvl="2"/>
            <a:r>
              <a:rPr lang="de-AT" dirty="0"/>
              <a:t>Dritte Ebene</a:t>
            </a:r>
          </a:p>
          <a:p>
            <a:pPr lvl="3"/>
            <a:r>
              <a:rPr lang="de-AT" dirty="0"/>
              <a:t>Vierte Ebene</a:t>
            </a:r>
          </a:p>
          <a:p>
            <a:pPr lvl="4"/>
            <a:r>
              <a:rPr lang="de-AT" dirty="0"/>
              <a:t>Fünfte Ebene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E4B0F6-B814-432F-A5EF-779CD4E3E58E}" type="datetime1">
              <a:rPr lang="de-AT" smtClean="0"/>
              <a:t>20.04.2026</a:t>
            </a:fld>
            <a:endParaRPr lang="de-AT" dirty="0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AT" dirty="0"/>
              <a:t>Fusszeile</a:t>
            </a:r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AT" dirty="0"/>
              <a:t>SEITE </a:t>
            </a:r>
            <a:fld id="{BE3DC40E-DBBE-4E2D-9EEC-FBF0DA0E9179}" type="slidenum">
              <a:rPr lang="de-AT" smtClean="0"/>
              <a:t>‹#›</a:t>
            </a:fld>
            <a:endParaRPr lang="de-AT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AT" dirty="0"/>
          </a:p>
        </p:txBody>
      </p:sp>
    </p:spTree>
  </p:cSld>
  <p:clrMapOvr>
    <a:masterClrMapping/>
  </p:clrMapOvr>
  <p:transition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ohne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uppieren 11"/>
          <p:cNvGrpSpPr/>
          <p:nvPr userDrawn="1"/>
        </p:nvGrpSpPr>
        <p:grpSpPr>
          <a:xfrm>
            <a:off x="287338" y="603319"/>
            <a:ext cx="8552850" cy="2037600"/>
            <a:chOff x="287338" y="603319"/>
            <a:chExt cx="8552850" cy="2037600"/>
          </a:xfrm>
        </p:grpSpPr>
        <p:sp>
          <p:nvSpPr>
            <p:cNvPr id="16" name="Rechteck 15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AT" dirty="0"/>
            </a:p>
          </p:txBody>
        </p:sp>
        <p:sp>
          <p:nvSpPr>
            <p:cNvPr id="17" name="Rechteck 16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AT" dirty="0"/>
            </a:p>
          </p:txBody>
        </p:sp>
      </p:grpSp>
      <p:sp>
        <p:nvSpPr>
          <p:cNvPr id="14" name="Textplatzhalter 9"/>
          <p:cNvSpPr>
            <a:spLocks noGrp="1"/>
          </p:cNvSpPr>
          <p:nvPr>
            <p:ph type="body" sz="quarter" idx="11"/>
          </p:nvPr>
        </p:nvSpPr>
        <p:spPr bwMode="white">
          <a:xfrm>
            <a:off x="287338" y="2941638"/>
            <a:ext cx="4284662" cy="620885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pPr marL="0" lvl="0" defTabSz="914400"/>
            <a:r>
              <a:rPr lang="en-US"/>
              <a:t>Click to edit Master text styles</a:t>
            </a:r>
          </a:p>
        </p:txBody>
      </p:sp>
      <p:sp>
        <p:nvSpPr>
          <p:cNvPr id="10" name="Textplatzhalter 7"/>
          <p:cNvSpPr>
            <a:spLocks noGrp="1"/>
          </p:cNvSpPr>
          <p:nvPr>
            <p:ph type="body" sz="quarter" idx="12" hasCustomPrompt="1"/>
          </p:nvPr>
        </p:nvSpPr>
        <p:spPr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tx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de-AT" dirty="0"/>
              <a:t>Stand: </a:t>
            </a:r>
            <a:r>
              <a:rPr lang="de-AT" dirty="0" err="1"/>
              <a:t>xx.xx.xxxx</a:t>
            </a:r>
            <a:endParaRPr lang="de-AT" dirty="0"/>
          </a:p>
        </p:txBody>
      </p:sp>
      <p:sp>
        <p:nvSpPr>
          <p:cNvPr id="13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6" y="1301365"/>
            <a:ext cx="5436000" cy="1026000"/>
          </a:xfrm>
          <a:prstGeom prst="rect">
            <a:avLst/>
          </a:prstGeom>
        </p:spPr>
        <p:txBody>
          <a:bodyPr tIns="0" anchor="ctr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de-AT" dirty="0"/>
              <a:t>Maximal zweizeiligen </a:t>
            </a:r>
            <a:br>
              <a:rPr lang="de-AT" dirty="0"/>
            </a:br>
            <a:r>
              <a:rPr lang="de-AT" dirty="0"/>
              <a:t>Titel eingeben</a:t>
            </a:r>
          </a:p>
        </p:txBody>
      </p:sp>
      <p:sp>
        <p:nvSpPr>
          <p:cNvPr id="15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605406" y="993080"/>
            <a:ext cx="5436000" cy="351533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AT" dirty="0"/>
              <a:t>Bei Bedarf Untertitel hier eingeben</a:t>
            </a:r>
          </a:p>
        </p:txBody>
      </p:sp>
      <p:pic>
        <p:nvPicPr>
          <p:cNvPr id="18" name="Grafik 17">
            <a:extLst>
              <a:ext uri="{FF2B5EF4-FFF2-40B4-BE49-F238E27FC236}">
                <a16:creationId xmlns:a16="http://schemas.microsoft.com/office/drawing/2014/main" id="{0B662EC1-7F7E-4F35-9E96-6A123100535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7CB48493-A0F2-468C-986D-2A150B5DEFBA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7341" y="5141369"/>
            <a:ext cx="1831485" cy="294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679611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pos="4137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ohne Bild kur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uppieren 12"/>
          <p:cNvGrpSpPr/>
          <p:nvPr userDrawn="1"/>
        </p:nvGrpSpPr>
        <p:grpSpPr>
          <a:xfrm>
            <a:off x="287338" y="603319"/>
            <a:ext cx="8552850" cy="1731679"/>
            <a:chOff x="287338" y="603319"/>
            <a:chExt cx="8552850" cy="2037600"/>
          </a:xfrm>
        </p:grpSpPr>
        <p:sp>
          <p:nvSpPr>
            <p:cNvPr id="15" name="Rechteck 14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AT" dirty="0"/>
            </a:p>
          </p:txBody>
        </p:sp>
        <p:sp>
          <p:nvSpPr>
            <p:cNvPr id="17" name="Rechteck 16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AT" dirty="0"/>
            </a:p>
          </p:txBody>
        </p:sp>
      </p:grp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7" y="1296154"/>
            <a:ext cx="5436000" cy="516714"/>
          </a:xfrm>
          <a:prstGeom prst="rect">
            <a:avLst/>
          </a:prstGeom>
        </p:spPr>
        <p:txBody>
          <a:bodyPr tIns="0" anchor="b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de-AT" dirty="0"/>
              <a:t>Einzeiligen Titel eingeben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605407" y="993080"/>
            <a:ext cx="5436000" cy="304511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AT" dirty="0"/>
              <a:t>Bei Bedarf Untertitel hier eingeben</a:t>
            </a:r>
          </a:p>
        </p:txBody>
      </p:sp>
      <p:sp>
        <p:nvSpPr>
          <p:cNvPr id="14" name="Textplatzhalter 9"/>
          <p:cNvSpPr>
            <a:spLocks noGrp="1"/>
          </p:cNvSpPr>
          <p:nvPr>
            <p:ph type="body" sz="quarter" idx="11"/>
          </p:nvPr>
        </p:nvSpPr>
        <p:spPr bwMode="white">
          <a:xfrm>
            <a:off x="287338" y="2642907"/>
            <a:ext cx="4284662" cy="620885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pPr marL="0" lvl="0" defTabSz="914400"/>
            <a:r>
              <a:rPr lang="en-US"/>
              <a:t>Click to edit Master text styles</a:t>
            </a:r>
          </a:p>
        </p:txBody>
      </p:sp>
      <p:sp>
        <p:nvSpPr>
          <p:cNvPr id="12" name="Textplatzhalter 7"/>
          <p:cNvSpPr>
            <a:spLocks noGrp="1"/>
          </p:cNvSpPr>
          <p:nvPr>
            <p:ph type="body" sz="quarter" idx="12" hasCustomPrompt="1"/>
          </p:nvPr>
        </p:nvSpPr>
        <p:spPr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tx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de-AT" dirty="0"/>
              <a:t>Stand: </a:t>
            </a:r>
            <a:r>
              <a:rPr lang="de-AT" dirty="0" err="1"/>
              <a:t>xx.xx.xxxx</a:t>
            </a:r>
            <a:endParaRPr lang="de-AT" dirty="0"/>
          </a:p>
        </p:txBody>
      </p:sp>
      <p:pic>
        <p:nvPicPr>
          <p:cNvPr id="16" name="Grafik 15">
            <a:extLst>
              <a:ext uri="{FF2B5EF4-FFF2-40B4-BE49-F238E27FC236}">
                <a16:creationId xmlns:a16="http://schemas.microsoft.com/office/drawing/2014/main" id="{68921D79-517C-4187-882B-8B1EFDBF5E9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003EC835-F8EC-46FF-A7D8-2C72534AF74D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7341" y="5141369"/>
            <a:ext cx="1831485" cy="294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9268004"/>
      </p:ext>
    </p:extLst>
  </p:cSld>
  <p:clrMapOvr>
    <a:masterClrMapping/>
  </p:clrMapOvr>
  <p:transition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Bild 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uppieren 18"/>
          <p:cNvGrpSpPr/>
          <p:nvPr userDrawn="1"/>
        </p:nvGrpSpPr>
        <p:grpSpPr>
          <a:xfrm>
            <a:off x="287338" y="603319"/>
            <a:ext cx="8552850" cy="2037600"/>
            <a:chOff x="287338" y="603319"/>
            <a:chExt cx="8552850" cy="2037600"/>
          </a:xfrm>
        </p:grpSpPr>
        <p:sp>
          <p:nvSpPr>
            <p:cNvPr id="21" name="Rechteck 20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AT" dirty="0"/>
            </a:p>
          </p:txBody>
        </p:sp>
        <p:sp>
          <p:nvSpPr>
            <p:cNvPr id="22" name="Rechteck 21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>
                <a:alpha val="89804"/>
              </a:srgb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AT" dirty="0"/>
            </a:p>
          </p:txBody>
        </p:sp>
      </p:grpSp>
      <p:sp>
        <p:nvSpPr>
          <p:cNvPr id="10" name="Textplatzhalter 9"/>
          <p:cNvSpPr>
            <a:spLocks noGrp="1"/>
          </p:cNvSpPr>
          <p:nvPr>
            <p:ph type="body" sz="quarter" idx="11"/>
          </p:nvPr>
        </p:nvSpPr>
        <p:spPr bwMode="white">
          <a:xfrm>
            <a:off x="287338" y="2941638"/>
            <a:ext cx="4284662" cy="620885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pPr marL="0" lvl="0" defTabSz="914400"/>
            <a:r>
              <a:rPr lang="en-US"/>
              <a:t>Click to edit Master text styles</a:t>
            </a:r>
          </a:p>
        </p:txBody>
      </p:sp>
      <p:sp>
        <p:nvSpPr>
          <p:cNvPr id="14" name="Textplatzhalter 7"/>
          <p:cNvSpPr>
            <a:spLocks noGrp="1"/>
          </p:cNvSpPr>
          <p:nvPr>
            <p:ph type="body" sz="quarter" idx="12" hasCustomPrompt="1"/>
          </p:nvPr>
        </p:nvSpPr>
        <p:spPr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tx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de-AT" dirty="0"/>
              <a:t>Stand: </a:t>
            </a:r>
            <a:r>
              <a:rPr lang="de-AT" dirty="0" err="1"/>
              <a:t>xx.xx.xxxx</a:t>
            </a:r>
            <a:endParaRPr lang="de-AT" dirty="0"/>
          </a:p>
        </p:txBody>
      </p:sp>
      <p:sp>
        <p:nvSpPr>
          <p:cNvPr id="16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6" y="1301365"/>
            <a:ext cx="5436000" cy="1026000"/>
          </a:xfrm>
          <a:prstGeom prst="rect">
            <a:avLst/>
          </a:prstGeom>
        </p:spPr>
        <p:txBody>
          <a:bodyPr tIns="0" anchor="ctr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de-AT" dirty="0"/>
              <a:t>Maximal zweizeiligen </a:t>
            </a:r>
            <a:br>
              <a:rPr lang="de-AT" dirty="0"/>
            </a:br>
            <a:r>
              <a:rPr lang="de-AT" dirty="0"/>
              <a:t>Titel eingeben</a:t>
            </a:r>
          </a:p>
        </p:txBody>
      </p:sp>
      <p:sp>
        <p:nvSpPr>
          <p:cNvPr id="17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605406" y="993080"/>
            <a:ext cx="5436000" cy="351533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AT" dirty="0"/>
              <a:t>Bei Bedarf Untertitel hier eingeben</a:t>
            </a:r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FF116690-1CA5-4CDF-B922-0BB3C7E0606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E92C9326-2A46-4857-9E76-0DB2F283D628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5113" y="5141093"/>
            <a:ext cx="1835942" cy="2953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2078111"/>
      </p:ext>
    </p:extLst>
  </p:cSld>
  <p:clrMapOvr>
    <a:masterClrMapping/>
  </p:clrMapOvr>
  <p:transition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Bild 2 kurz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uppieren 12"/>
          <p:cNvGrpSpPr/>
          <p:nvPr userDrawn="1"/>
        </p:nvGrpSpPr>
        <p:grpSpPr>
          <a:xfrm>
            <a:off x="287338" y="603319"/>
            <a:ext cx="8552850" cy="1731679"/>
            <a:chOff x="287338" y="603319"/>
            <a:chExt cx="8552850" cy="2037600"/>
          </a:xfrm>
        </p:grpSpPr>
        <p:sp>
          <p:nvSpPr>
            <p:cNvPr id="15" name="Rechteck 14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AT" dirty="0"/>
            </a:p>
          </p:txBody>
        </p:sp>
        <p:sp>
          <p:nvSpPr>
            <p:cNvPr id="17" name="Rechteck 16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>
                <a:alpha val="89804"/>
              </a:srgb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AT" dirty="0"/>
            </a:p>
          </p:txBody>
        </p:sp>
      </p:grp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7" y="1296154"/>
            <a:ext cx="5436000" cy="516714"/>
          </a:xfrm>
          <a:prstGeom prst="rect">
            <a:avLst/>
          </a:prstGeom>
        </p:spPr>
        <p:txBody>
          <a:bodyPr tIns="0" anchor="b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de-AT" dirty="0"/>
              <a:t>Einzeiligen Titel eingeben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605407" y="993080"/>
            <a:ext cx="5436000" cy="304511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AT" dirty="0"/>
              <a:t>Bei Bedarf Untertitel hier eingeben</a:t>
            </a:r>
          </a:p>
        </p:txBody>
      </p:sp>
      <p:sp>
        <p:nvSpPr>
          <p:cNvPr id="16" name="Textplatzhalter 9"/>
          <p:cNvSpPr>
            <a:spLocks noGrp="1"/>
          </p:cNvSpPr>
          <p:nvPr>
            <p:ph type="body" sz="quarter" idx="11"/>
          </p:nvPr>
        </p:nvSpPr>
        <p:spPr bwMode="white">
          <a:xfrm>
            <a:off x="287338" y="2642907"/>
            <a:ext cx="4284662" cy="620885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pPr marL="0" lvl="0" defTabSz="914400"/>
            <a:r>
              <a:rPr lang="en-US"/>
              <a:t>Click to edit Master text styles</a:t>
            </a:r>
          </a:p>
        </p:txBody>
      </p:sp>
      <p:sp>
        <p:nvSpPr>
          <p:cNvPr id="12" name="Textplatzhalter 7"/>
          <p:cNvSpPr>
            <a:spLocks noGrp="1"/>
          </p:cNvSpPr>
          <p:nvPr>
            <p:ph type="body" sz="quarter" idx="12" hasCustomPrompt="1"/>
          </p:nvPr>
        </p:nvSpPr>
        <p:spPr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tx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de-AT" dirty="0"/>
              <a:t>Stand: </a:t>
            </a:r>
            <a:r>
              <a:rPr lang="de-AT" dirty="0" err="1"/>
              <a:t>xx.xx.xxxx</a:t>
            </a:r>
            <a:endParaRPr lang="de-AT" dirty="0"/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0A475DBF-FF8A-499C-9A9D-A1690ED3361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8" name="Grafik 17">
            <a:extLst>
              <a:ext uri="{FF2B5EF4-FFF2-40B4-BE49-F238E27FC236}">
                <a16:creationId xmlns:a16="http://schemas.microsoft.com/office/drawing/2014/main" id="{D71C56E8-CA3B-4481-B593-3FAEA5B89384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5113" y="5141093"/>
            <a:ext cx="1835942" cy="2953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1666851"/>
      </p:ext>
    </p:extLst>
  </p:cSld>
  <p:clrMapOvr>
    <a:masterClrMapping/>
  </p:clrMapOvr>
  <p:transition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Bild 3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uppieren 15"/>
          <p:cNvGrpSpPr/>
          <p:nvPr userDrawn="1"/>
        </p:nvGrpSpPr>
        <p:grpSpPr>
          <a:xfrm>
            <a:off x="287338" y="603319"/>
            <a:ext cx="8552850" cy="2037600"/>
            <a:chOff x="287338" y="603319"/>
            <a:chExt cx="8552850" cy="2037600"/>
          </a:xfrm>
        </p:grpSpPr>
        <p:sp>
          <p:nvSpPr>
            <p:cNvPr id="17" name="Rechteck 16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AT" dirty="0"/>
            </a:p>
          </p:txBody>
        </p:sp>
        <p:sp>
          <p:nvSpPr>
            <p:cNvPr id="18" name="Rechteck 17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>
                <a:alpha val="89804"/>
              </a:srgb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AT" dirty="0"/>
            </a:p>
          </p:txBody>
        </p:sp>
      </p:grpSp>
      <p:sp>
        <p:nvSpPr>
          <p:cNvPr id="10" name="Textplatzhalter 9"/>
          <p:cNvSpPr>
            <a:spLocks noGrp="1"/>
          </p:cNvSpPr>
          <p:nvPr>
            <p:ph type="body" sz="quarter" idx="11"/>
          </p:nvPr>
        </p:nvSpPr>
        <p:spPr bwMode="white">
          <a:xfrm>
            <a:off x="287338" y="2941638"/>
            <a:ext cx="4284662" cy="620885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pPr marL="0" lvl="0" defTabSz="914400"/>
            <a:r>
              <a:rPr lang="en-US"/>
              <a:t>Click to edit Master text styles</a:t>
            </a:r>
          </a:p>
        </p:txBody>
      </p:sp>
      <p:sp>
        <p:nvSpPr>
          <p:cNvPr id="14" name="Textplatzhalter 7"/>
          <p:cNvSpPr>
            <a:spLocks noGrp="1"/>
          </p:cNvSpPr>
          <p:nvPr>
            <p:ph type="body" sz="quarter" idx="12" hasCustomPrompt="1"/>
          </p:nvPr>
        </p:nvSpPr>
        <p:spPr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bg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de-AT" dirty="0"/>
              <a:t>Stand: </a:t>
            </a:r>
            <a:r>
              <a:rPr lang="de-AT" dirty="0" err="1"/>
              <a:t>xx.xx.xxxx</a:t>
            </a:r>
            <a:endParaRPr lang="de-AT" dirty="0"/>
          </a:p>
        </p:txBody>
      </p:sp>
      <p:sp>
        <p:nvSpPr>
          <p:cNvPr id="12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6" y="1301365"/>
            <a:ext cx="5436000" cy="1026000"/>
          </a:xfrm>
          <a:prstGeom prst="rect">
            <a:avLst/>
          </a:prstGeom>
        </p:spPr>
        <p:txBody>
          <a:bodyPr tIns="0" anchor="ctr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de-AT" dirty="0"/>
              <a:t>Maximal zweizeiligen </a:t>
            </a:r>
            <a:br>
              <a:rPr lang="de-AT" dirty="0"/>
            </a:br>
            <a:r>
              <a:rPr lang="de-AT" dirty="0"/>
              <a:t>Titel eingeben</a:t>
            </a:r>
          </a:p>
        </p:txBody>
      </p:sp>
      <p:sp>
        <p:nvSpPr>
          <p:cNvPr id="13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605406" y="993080"/>
            <a:ext cx="5436000" cy="351533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AT" dirty="0"/>
              <a:t>Bei Bedarf Untertitel hier eingeben</a:t>
            </a:r>
          </a:p>
        </p:txBody>
      </p:sp>
      <p:pic>
        <p:nvPicPr>
          <p:cNvPr id="15" name="Grafik 14">
            <a:extLst>
              <a:ext uri="{FF2B5EF4-FFF2-40B4-BE49-F238E27FC236}">
                <a16:creationId xmlns:a16="http://schemas.microsoft.com/office/drawing/2014/main" id="{56068296-11E8-4929-AA24-078FC628B7BD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B6EC7758-8011-47AD-A756-F263091D5BBC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5113" y="5141094"/>
            <a:ext cx="1835942" cy="2953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8316379"/>
      </p:ext>
    </p:extLst>
  </p:cSld>
  <p:clrMapOvr>
    <a:masterClrMapping/>
  </p:clrMapOvr>
  <p:transition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Bild 3 kurz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uppieren 12"/>
          <p:cNvGrpSpPr/>
          <p:nvPr userDrawn="1"/>
        </p:nvGrpSpPr>
        <p:grpSpPr>
          <a:xfrm>
            <a:off x="287338" y="603319"/>
            <a:ext cx="8552850" cy="1731679"/>
            <a:chOff x="287338" y="603319"/>
            <a:chExt cx="8552850" cy="2037600"/>
          </a:xfrm>
        </p:grpSpPr>
        <p:sp>
          <p:nvSpPr>
            <p:cNvPr id="14" name="Rechteck 13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AT" dirty="0"/>
            </a:p>
          </p:txBody>
        </p:sp>
        <p:sp>
          <p:nvSpPr>
            <p:cNvPr id="17" name="Rechteck 16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>
                <a:alpha val="89804"/>
              </a:srgb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AT" dirty="0"/>
            </a:p>
          </p:txBody>
        </p:sp>
      </p:grp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7" y="1296154"/>
            <a:ext cx="5436000" cy="516714"/>
          </a:xfrm>
          <a:prstGeom prst="rect">
            <a:avLst/>
          </a:prstGeom>
        </p:spPr>
        <p:txBody>
          <a:bodyPr tIns="0" anchor="b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de-AT" dirty="0"/>
              <a:t>Einzeiligen Titel eingeben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605407" y="993080"/>
            <a:ext cx="5436000" cy="304511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AT" dirty="0"/>
              <a:t>Bei Bedarf Untertitel hier eingeben</a:t>
            </a:r>
          </a:p>
        </p:txBody>
      </p:sp>
      <p:sp>
        <p:nvSpPr>
          <p:cNvPr id="16" name="Textplatzhalter 9"/>
          <p:cNvSpPr>
            <a:spLocks noGrp="1"/>
          </p:cNvSpPr>
          <p:nvPr>
            <p:ph type="body" sz="quarter" idx="11"/>
          </p:nvPr>
        </p:nvSpPr>
        <p:spPr bwMode="white">
          <a:xfrm>
            <a:off x="287338" y="2642907"/>
            <a:ext cx="4284662" cy="620885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pPr marL="0" lvl="0" defTabSz="914400"/>
            <a:r>
              <a:rPr lang="en-US"/>
              <a:t>Click to edit Master text styles</a:t>
            </a:r>
          </a:p>
        </p:txBody>
      </p:sp>
      <p:sp>
        <p:nvSpPr>
          <p:cNvPr id="12" name="Textplatzhalter 7"/>
          <p:cNvSpPr>
            <a:spLocks noGrp="1"/>
          </p:cNvSpPr>
          <p:nvPr>
            <p:ph type="body" sz="quarter" idx="12" hasCustomPrompt="1"/>
          </p:nvPr>
        </p:nvSpPr>
        <p:spPr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bg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de-AT" dirty="0"/>
              <a:t>Stand: </a:t>
            </a:r>
            <a:r>
              <a:rPr lang="de-AT" dirty="0" err="1"/>
              <a:t>xx.xx.xxxx</a:t>
            </a:r>
            <a:endParaRPr lang="de-AT" dirty="0"/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0B897B33-8355-44AC-8129-26BF5973F30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8" name="Grafik 17">
            <a:extLst>
              <a:ext uri="{FF2B5EF4-FFF2-40B4-BE49-F238E27FC236}">
                <a16:creationId xmlns:a16="http://schemas.microsoft.com/office/drawing/2014/main" id="{E00495DC-0F57-4304-BBFD-BB5FA5288F7E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5113" y="5141094"/>
            <a:ext cx="1835942" cy="2953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958111"/>
      </p:ext>
    </p:extLst>
  </p:cSld>
  <p:clrMapOvr>
    <a:masterClrMapping/>
  </p:clrMapOvr>
  <p:transition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ap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uppieren 20"/>
          <p:cNvGrpSpPr/>
          <p:nvPr userDrawn="1"/>
        </p:nvGrpSpPr>
        <p:grpSpPr>
          <a:xfrm>
            <a:off x="287338" y="603319"/>
            <a:ext cx="8552850" cy="2037600"/>
            <a:chOff x="287338" y="603319"/>
            <a:chExt cx="8552850" cy="2037600"/>
          </a:xfrm>
        </p:grpSpPr>
        <p:sp>
          <p:nvSpPr>
            <p:cNvPr id="22" name="Rechteck 21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AT" dirty="0"/>
            </a:p>
          </p:txBody>
        </p:sp>
        <p:sp>
          <p:nvSpPr>
            <p:cNvPr id="23" name="Rechteck 22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AT" dirty="0"/>
            </a:p>
          </p:txBody>
        </p:sp>
      </p:grpSp>
      <p:sp>
        <p:nvSpPr>
          <p:cNvPr id="14" name="Textplatzhalter 9"/>
          <p:cNvSpPr>
            <a:spLocks noGrp="1"/>
          </p:cNvSpPr>
          <p:nvPr>
            <p:ph type="body" sz="quarter" idx="11"/>
          </p:nvPr>
        </p:nvSpPr>
        <p:spPr bwMode="white">
          <a:xfrm>
            <a:off x="287338" y="2941638"/>
            <a:ext cx="4284662" cy="620885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pPr marL="0" lvl="0" defTabSz="914400"/>
            <a:r>
              <a:rPr lang="en-US"/>
              <a:t>Click to edit Master text styles</a:t>
            </a:r>
          </a:p>
        </p:txBody>
      </p:sp>
      <p:sp>
        <p:nvSpPr>
          <p:cNvPr id="13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6" y="1301365"/>
            <a:ext cx="5436000" cy="1026000"/>
          </a:xfrm>
          <a:prstGeom prst="rect">
            <a:avLst/>
          </a:prstGeom>
        </p:spPr>
        <p:txBody>
          <a:bodyPr tIns="0" anchor="ctr" anchorCtr="0">
            <a:noAutofit/>
          </a:bodyPr>
          <a:lstStyle>
            <a:lvl1pPr algn="l">
              <a:lnSpc>
                <a:spcPct val="100000"/>
              </a:lnSpc>
              <a:defRPr sz="28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de-AT" dirty="0"/>
              <a:t>Maximal zweizeiligen </a:t>
            </a:r>
            <a:br>
              <a:rPr lang="de-AT" dirty="0"/>
            </a:br>
            <a:r>
              <a:rPr lang="de-AT" dirty="0"/>
              <a:t>Titel eingeben</a:t>
            </a:r>
          </a:p>
        </p:txBody>
      </p:sp>
      <p:sp>
        <p:nvSpPr>
          <p:cNvPr id="2" name="Datumsplatzhalter 1"/>
          <p:cNvSpPr>
            <a:spLocks noGrp="1"/>
          </p:cNvSpPr>
          <p:nvPr>
            <p:ph type="dt" sz="half" idx="13"/>
          </p:nvPr>
        </p:nvSpPr>
        <p:spPr/>
        <p:txBody>
          <a:bodyPr/>
          <a:lstStyle/>
          <a:p>
            <a:fld id="{EF16FBD4-A1A0-4C0D-8ECA-591A550A295A}" type="datetime1">
              <a:rPr lang="de-AT" smtClean="0"/>
              <a:t>20.04.2026</a:t>
            </a:fld>
            <a:endParaRPr lang="de-AT" dirty="0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de-AT" dirty="0"/>
              <a:t>Fusszeile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r>
              <a:rPr lang="de-AT" dirty="0"/>
              <a:t>SEITE </a:t>
            </a:r>
            <a:fld id="{BE3DC40E-DBBE-4E2D-9EEC-FBF0DA0E9179}" type="slidenum">
              <a:rPr lang="de-AT" smtClean="0"/>
              <a:pPr/>
              <a:t>‹#›</a:t>
            </a:fld>
            <a:endParaRPr lang="de-AT" dirty="0"/>
          </a:p>
        </p:txBody>
      </p:sp>
      <p:pic>
        <p:nvPicPr>
          <p:cNvPr id="15" name="Grafik 14">
            <a:extLst>
              <a:ext uri="{FF2B5EF4-FFF2-40B4-BE49-F238E27FC236}">
                <a16:creationId xmlns:a16="http://schemas.microsoft.com/office/drawing/2014/main" id="{181D7EAB-0BA7-4E01-91B2-EC9EF18DB6A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7E0998BC-97DF-4E25-87DA-15ED5E16C46A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67613" y="5359721"/>
            <a:ext cx="1318058" cy="2121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2976733"/>
      </p:ext>
    </p:extLst>
  </p:cSld>
  <p:clrMapOvr>
    <a:masterClrMapping/>
  </p:clrMapOvr>
  <p:transition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apitelfolie kur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uppieren 12"/>
          <p:cNvGrpSpPr/>
          <p:nvPr userDrawn="1"/>
        </p:nvGrpSpPr>
        <p:grpSpPr>
          <a:xfrm>
            <a:off x="287338" y="603319"/>
            <a:ext cx="8552850" cy="1731679"/>
            <a:chOff x="287338" y="603319"/>
            <a:chExt cx="8552850" cy="2037600"/>
          </a:xfrm>
        </p:grpSpPr>
        <p:sp>
          <p:nvSpPr>
            <p:cNvPr id="15" name="Rechteck 14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AT" dirty="0"/>
            </a:p>
          </p:txBody>
        </p:sp>
        <p:sp>
          <p:nvSpPr>
            <p:cNvPr id="17" name="Rechteck 16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AT" dirty="0"/>
            </a:p>
          </p:txBody>
        </p:sp>
      </p:grp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7" y="1302593"/>
            <a:ext cx="5436000" cy="516714"/>
          </a:xfrm>
          <a:prstGeom prst="rect">
            <a:avLst/>
          </a:prstGeom>
        </p:spPr>
        <p:txBody>
          <a:bodyPr tIns="0" anchor="b" anchorCtr="0">
            <a:noAutofit/>
          </a:bodyPr>
          <a:lstStyle>
            <a:lvl1pPr algn="l">
              <a:lnSpc>
                <a:spcPct val="100000"/>
              </a:lnSpc>
              <a:defRPr sz="28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de-AT" dirty="0"/>
              <a:t>Einzeiligen Titel eingeben</a:t>
            </a:r>
          </a:p>
        </p:txBody>
      </p:sp>
      <p:sp>
        <p:nvSpPr>
          <p:cNvPr id="14" name="Textplatzhalter 9"/>
          <p:cNvSpPr>
            <a:spLocks noGrp="1"/>
          </p:cNvSpPr>
          <p:nvPr>
            <p:ph type="body" sz="quarter" idx="11"/>
          </p:nvPr>
        </p:nvSpPr>
        <p:spPr bwMode="white">
          <a:xfrm>
            <a:off x="287338" y="2642907"/>
            <a:ext cx="4284662" cy="620885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pPr marL="0" lvl="0" defTabSz="91440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EF16FBD4-A1A0-4C0D-8ECA-591A550A295A}" type="datetime1">
              <a:rPr lang="de-AT" smtClean="0"/>
              <a:t>20.04.2026</a:t>
            </a:fld>
            <a:endParaRPr lang="de-AT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de-AT" dirty="0"/>
              <a:t>Fusszeile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r>
              <a:rPr lang="de-AT" dirty="0"/>
              <a:t>SEITE </a:t>
            </a:r>
            <a:fld id="{BE3DC40E-DBBE-4E2D-9EEC-FBF0DA0E9179}" type="slidenum">
              <a:rPr lang="de-AT" smtClean="0"/>
              <a:pPr/>
              <a:t>‹#›</a:t>
            </a:fld>
            <a:endParaRPr lang="de-AT" dirty="0"/>
          </a:p>
        </p:txBody>
      </p:sp>
      <p:pic>
        <p:nvPicPr>
          <p:cNvPr id="16" name="Grafik 15">
            <a:extLst>
              <a:ext uri="{FF2B5EF4-FFF2-40B4-BE49-F238E27FC236}">
                <a16:creationId xmlns:a16="http://schemas.microsoft.com/office/drawing/2014/main" id="{8CE3C7E9-F05D-4DB6-844F-097DC39A0AE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0DCF4C52-7450-4216-AD35-23E4508F83AD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67613" y="5359721"/>
            <a:ext cx="1318058" cy="2121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4094613"/>
      </p:ext>
    </p:extLst>
  </p:cSld>
  <p:clrMapOvr>
    <a:masterClrMapping/>
  </p:clrMapOvr>
  <p:transition>
    <p:fade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Inhaltsplatzhalter 6"/>
          <p:cNvSpPr>
            <a:spLocks noGrp="1"/>
          </p:cNvSpPr>
          <p:nvPr>
            <p:ph sz="quarter" idx="10" hasCustomPrompt="1"/>
          </p:nvPr>
        </p:nvSpPr>
        <p:spPr>
          <a:xfrm>
            <a:off x="468316" y="1344613"/>
            <a:ext cx="8210547" cy="4370387"/>
          </a:xfrm>
        </p:spPr>
        <p:txBody>
          <a:bodyPr/>
          <a:lstStyle>
            <a:lvl1pPr>
              <a:buNone/>
              <a:defRPr/>
            </a:lvl1pPr>
          </a:lstStyle>
          <a:p>
            <a:pPr lvl="0"/>
            <a:r>
              <a:rPr lang="de-AT" dirty="0"/>
              <a:t>Platzhalter für Objekte</a:t>
            </a:r>
          </a:p>
        </p:txBody>
      </p:sp>
      <p:sp>
        <p:nvSpPr>
          <p:cNvPr id="8" name="Rechteck 7"/>
          <p:cNvSpPr/>
          <p:nvPr userDrawn="1"/>
        </p:nvSpPr>
        <p:spPr bwMode="gray">
          <a:xfrm>
            <a:off x="0" y="1043522"/>
            <a:ext cx="9144000" cy="25200"/>
          </a:xfrm>
          <a:prstGeom prst="rect">
            <a:avLst/>
          </a:prstGeom>
          <a:solidFill>
            <a:srgbClr val="0C94B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/>
              <a:t>      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AT" dirty="0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13B1CA4E-C398-49A1-9CD7-D9ACEA72DBE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711621" y="288569"/>
            <a:ext cx="1170000" cy="617280"/>
          </a:xfrm>
          <a:prstGeom prst="rect">
            <a:avLst/>
          </a:prstGeom>
        </p:spPr>
      </p:pic>
    </p:spTree>
  </p:cSld>
  <p:clrMapOvr>
    <a:masterClrMapping/>
  </p:clrMapOvr>
  <p:transition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sz="half" idx="1" hasCustomPrompt="1"/>
          </p:nvPr>
        </p:nvSpPr>
        <p:spPr>
          <a:xfrm>
            <a:off x="462405" y="1344613"/>
            <a:ext cx="3960000" cy="3859212"/>
          </a:xfrm>
        </p:spPr>
        <p:txBody>
          <a:bodyPr>
            <a:normAutofit/>
          </a:bodyPr>
          <a:lstStyle>
            <a:lvl1pPr>
              <a:defRPr sz="1600"/>
            </a:lvl1pPr>
            <a:lvl2pPr marL="541312" indent="-285750">
              <a:buClr>
                <a:schemeClr val="accent1"/>
              </a:buClr>
              <a:buFont typeface="Wingdings" charset="2"/>
              <a:buChar char="§"/>
              <a:defRPr sz="1500"/>
            </a:lvl2pPr>
            <a:lvl3pPr>
              <a:defRPr sz="1400"/>
            </a:lvl3pPr>
            <a:lvl4pPr>
              <a:buClr>
                <a:schemeClr val="accent1"/>
              </a:buClr>
              <a:defRPr sz="1200"/>
            </a:lvl4pPr>
            <a:lvl5pPr>
              <a:defRPr sz="12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AT" dirty="0"/>
              <a:t>Textmasterformat bearbeiten</a:t>
            </a:r>
          </a:p>
          <a:p>
            <a:pPr lvl="1"/>
            <a:r>
              <a:rPr lang="de-AT" dirty="0"/>
              <a:t>Zweite Ebene</a:t>
            </a:r>
          </a:p>
          <a:p>
            <a:pPr lvl="2"/>
            <a:r>
              <a:rPr lang="de-AT" dirty="0"/>
              <a:t>Dritte Ebene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 hasCustomPrompt="1"/>
          </p:nvPr>
        </p:nvSpPr>
        <p:spPr>
          <a:xfrm>
            <a:off x="4715688" y="1344613"/>
            <a:ext cx="3960000" cy="3859212"/>
          </a:xfrm>
        </p:spPr>
        <p:txBody>
          <a:bodyPr>
            <a:normAutofit/>
          </a:bodyPr>
          <a:lstStyle>
            <a:lvl1pPr>
              <a:buClr>
                <a:schemeClr val="accent1"/>
              </a:buClr>
              <a:defRPr sz="1600"/>
            </a:lvl1pPr>
            <a:lvl2pPr marL="541312" indent="-285750">
              <a:buClr>
                <a:schemeClr val="accent1"/>
              </a:buClr>
              <a:buFont typeface="Wingdings" charset="2"/>
              <a:buChar char="§"/>
              <a:defRPr sz="1500"/>
            </a:lvl2pPr>
            <a:lvl3pPr>
              <a:defRPr sz="1400"/>
            </a:lvl3pPr>
            <a:lvl4pPr>
              <a:buClr>
                <a:schemeClr val="accent1"/>
              </a:buClr>
              <a:defRPr sz="1200"/>
            </a:lvl4pPr>
            <a:lvl5pPr>
              <a:buClr>
                <a:schemeClr val="accent1"/>
              </a:buClr>
              <a:defRPr sz="12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AT" dirty="0"/>
              <a:t>Textmasterformat bearbeiten</a:t>
            </a:r>
          </a:p>
          <a:p>
            <a:pPr lvl="1"/>
            <a:r>
              <a:rPr lang="de-AT" dirty="0"/>
              <a:t>Zweite Ebene</a:t>
            </a:r>
          </a:p>
          <a:p>
            <a:pPr lvl="2"/>
            <a:r>
              <a:rPr lang="de-AT" dirty="0"/>
              <a:t>Dritte Ebene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0C0548-BB61-4975-B080-1B6E0D52ECC3}" type="datetime1">
              <a:rPr lang="de-AT" smtClean="0"/>
              <a:t>20.04.2026</a:t>
            </a:fld>
            <a:endParaRPr lang="de-AT" dirty="0"/>
          </a:p>
        </p:txBody>
      </p:sp>
      <p:sp>
        <p:nvSpPr>
          <p:cNvPr id="9" name="Fußzeilenplatzhalt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AT" dirty="0"/>
              <a:t>Fusszeile</a:t>
            </a:r>
          </a:p>
        </p:txBody>
      </p:sp>
      <p:sp>
        <p:nvSpPr>
          <p:cNvPr id="10" name="Foliennummernplatzhalt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AT" dirty="0"/>
              <a:t>SEITE </a:t>
            </a:r>
            <a:fld id="{BE3DC40E-DBBE-4E2D-9EEC-FBF0DA0E9179}" type="slidenum">
              <a:rPr lang="de-AT" smtClean="0"/>
              <a:t>‹#›</a:t>
            </a:fld>
            <a:endParaRPr lang="de-AT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AT" dirty="0"/>
          </a:p>
        </p:txBody>
      </p:sp>
    </p:spTree>
  </p:cSld>
  <p:clrMapOvr>
    <a:masterClrMapping/>
  </p:clrMapOvr>
  <p:transition>
    <p:fade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 Inhalte 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sz="half" idx="1" hasCustomPrompt="1"/>
          </p:nvPr>
        </p:nvSpPr>
        <p:spPr>
          <a:xfrm>
            <a:off x="462405" y="1935991"/>
            <a:ext cx="3960000" cy="3267834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500"/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AT" dirty="0"/>
              <a:t>Textmasterformat bearbeiten</a:t>
            </a:r>
          </a:p>
          <a:p>
            <a:pPr lvl="1"/>
            <a:r>
              <a:rPr lang="de-AT" dirty="0"/>
              <a:t>Zweite Ebene</a:t>
            </a:r>
          </a:p>
          <a:p>
            <a:pPr lvl="2"/>
            <a:r>
              <a:rPr lang="de-AT" dirty="0"/>
              <a:t>Dritte Ebene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 hasCustomPrompt="1"/>
          </p:nvPr>
        </p:nvSpPr>
        <p:spPr>
          <a:xfrm>
            <a:off x="4715688" y="1935991"/>
            <a:ext cx="3960000" cy="3267834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500"/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AT" dirty="0"/>
              <a:t>Textmasterformat bearbeiten</a:t>
            </a:r>
          </a:p>
          <a:p>
            <a:pPr lvl="1"/>
            <a:r>
              <a:rPr lang="de-AT" dirty="0"/>
              <a:t>Zweite Ebene</a:t>
            </a:r>
          </a:p>
          <a:p>
            <a:pPr lvl="2"/>
            <a:r>
              <a:rPr lang="de-AT" dirty="0"/>
              <a:t>Dritte Ebene</a:t>
            </a:r>
          </a:p>
        </p:txBody>
      </p:sp>
      <p:sp>
        <p:nvSpPr>
          <p:cNvPr id="8" name="Textplatzhalter 2"/>
          <p:cNvSpPr>
            <a:spLocks noGrp="1"/>
          </p:cNvSpPr>
          <p:nvPr>
            <p:ph type="body" idx="13" hasCustomPrompt="1"/>
          </p:nvPr>
        </p:nvSpPr>
        <p:spPr bwMode="gray">
          <a:xfrm>
            <a:off x="468314" y="1344613"/>
            <a:ext cx="3960811" cy="533136"/>
          </a:xfr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none"/>
        </p:style>
        <p:txBody>
          <a:bodyPr anchor="ctr" anchorCtr="0">
            <a:noAutofit/>
          </a:bodyPr>
          <a:lstStyle>
            <a:lvl1pPr marL="92066" indent="0">
              <a:buNone/>
              <a:tabLst/>
              <a:defRPr sz="1800" b="1" baseline="0">
                <a:solidFill>
                  <a:schemeClr val="bg1"/>
                </a:solidFill>
                <a:latin typeface="+mj-lt"/>
              </a:defRPr>
            </a:lvl1pPr>
            <a:lvl2pPr marL="457153" indent="0">
              <a:buNone/>
              <a:defRPr sz="2000" b="1"/>
            </a:lvl2pPr>
            <a:lvl3pPr marL="914306" indent="0">
              <a:buNone/>
              <a:defRPr sz="1800" b="1"/>
            </a:lvl3pPr>
            <a:lvl4pPr marL="1371460" indent="0">
              <a:buNone/>
              <a:defRPr sz="1600" b="1"/>
            </a:lvl4pPr>
            <a:lvl5pPr marL="1828613" indent="0">
              <a:buNone/>
              <a:defRPr sz="1600" b="1"/>
            </a:lvl5pPr>
            <a:lvl6pPr marL="2285767" indent="0">
              <a:buNone/>
              <a:defRPr sz="1600" b="1"/>
            </a:lvl6pPr>
            <a:lvl7pPr marL="2742920" indent="0">
              <a:buNone/>
              <a:defRPr sz="1600" b="1"/>
            </a:lvl7pPr>
            <a:lvl8pPr marL="3200073" indent="0">
              <a:buNone/>
              <a:defRPr sz="1600" b="1"/>
            </a:lvl8pPr>
            <a:lvl9pPr marL="3657227" indent="0">
              <a:buNone/>
              <a:defRPr sz="1600" b="1"/>
            </a:lvl9pPr>
          </a:lstStyle>
          <a:p>
            <a:pPr lvl="0"/>
            <a:r>
              <a:rPr lang="de-AT" dirty="0"/>
              <a:t>Text hier einfügen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2208B580-4914-472C-873D-0ABC3D2F1944}" type="datetime1">
              <a:rPr lang="de-AT" smtClean="0"/>
              <a:t>20.04.2026</a:t>
            </a:fld>
            <a:endParaRPr lang="de-AT" dirty="0"/>
          </a:p>
        </p:txBody>
      </p:sp>
      <p:sp>
        <p:nvSpPr>
          <p:cNvPr id="11" name="Fußzeilenplatzhalter 10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de-AT" dirty="0"/>
              <a:t>Fusszeile</a:t>
            </a:r>
          </a:p>
        </p:txBody>
      </p:sp>
      <p:sp>
        <p:nvSpPr>
          <p:cNvPr id="12" name="Foliennummernplatzhalter 11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de-AT" dirty="0"/>
              <a:t>SEITE </a:t>
            </a:r>
            <a:fld id="{BE3DC40E-DBBE-4E2D-9EEC-FBF0DA0E9179}" type="slidenum">
              <a:rPr lang="de-AT" smtClean="0"/>
              <a:t>‹#›</a:t>
            </a:fld>
            <a:endParaRPr lang="de-AT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AT" dirty="0"/>
          </a:p>
        </p:txBody>
      </p:sp>
      <p:sp>
        <p:nvSpPr>
          <p:cNvPr id="14" name="Textplatzhalter 2"/>
          <p:cNvSpPr>
            <a:spLocks noGrp="1"/>
          </p:cNvSpPr>
          <p:nvPr>
            <p:ph type="body" idx="17" hasCustomPrompt="1"/>
          </p:nvPr>
        </p:nvSpPr>
        <p:spPr bwMode="gray">
          <a:xfrm>
            <a:off x="4727894" y="1344613"/>
            <a:ext cx="3960811" cy="533136"/>
          </a:xfr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none"/>
        </p:style>
        <p:txBody>
          <a:bodyPr anchor="ctr" anchorCtr="0">
            <a:noAutofit/>
          </a:bodyPr>
          <a:lstStyle>
            <a:lvl1pPr marL="92066" indent="0">
              <a:buNone/>
              <a:tabLst/>
              <a:defRPr sz="1800" b="1" baseline="0">
                <a:solidFill>
                  <a:schemeClr val="bg1"/>
                </a:solidFill>
                <a:latin typeface="+mj-lt"/>
              </a:defRPr>
            </a:lvl1pPr>
            <a:lvl2pPr marL="457153" indent="0">
              <a:buNone/>
              <a:defRPr sz="2000" b="1"/>
            </a:lvl2pPr>
            <a:lvl3pPr marL="914306" indent="0">
              <a:buNone/>
              <a:defRPr sz="1800" b="1"/>
            </a:lvl3pPr>
            <a:lvl4pPr marL="1371460" indent="0">
              <a:buNone/>
              <a:defRPr sz="1600" b="1"/>
            </a:lvl4pPr>
            <a:lvl5pPr marL="1828613" indent="0">
              <a:buNone/>
              <a:defRPr sz="1600" b="1"/>
            </a:lvl5pPr>
            <a:lvl6pPr marL="2285767" indent="0">
              <a:buNone/>
              <a:defRPr sz="1600" b="1"/>
            </a:lvl6pPr>
            <a:lvl7pPr marL="2742920" indent="0">
              <a:buNone/>
              <a:defRPr sz="1600" b="1"/>
            </a:lvl7pPr>
            <a:lvl8pPr marL="3200073" indent="0">
              <a:buNone/>
              <a:defRPr sz="1600" b="1"/>
            </a:lvl8pPr>
            <a:lvl9pPr marL="3657227" indent="0">
              <a:buNone/>
              <a:defRPr sz="1600" b="1"/>
            </a:lvl9pPr>
          </a:lstStyle>
          <a:p>
            <a:pPr lvl="0"/>
            <a:r>
              <a:rPr lang="de-AT" dirty="0"/>
              <a:t>Text hier einfügen</a:t>
            </a:r>
          </a:p>
        </p:txBody>
      </p:sp>
    </p:spTree>
  </p:cSld>
  <p:clrMapOvr>
    <a:masterClrMapping/>
  </p:clrMapOvr>
  <p:transition>
    <p:fade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bschluss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eck 4"/>
          <p:cNvSpPr/>
          <p:nvPr/>
        </p:nvSpPr>
        <p:spPr>
          <a:xfrm>
            <a:off x="467544" y="1964530"/>
            <a:ext cx="4319712" cy="2716954"/>
          </a:xfrm>
          <a:prstGeom prst="rect">
            <a:avLst/>
          </a:prstGeom>
          <a:ln w="12700"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91431" tIns="45715" rIns="91431" bIns="45715" rtlCol="0" anchor="ctr"/>
          <a:lstStyle/>
          <a:p>
            <a:pPr algn="ctr"/>
            <a:endParaRPr lang="de-AT" dirty="0"/>
          </a:p>
        </p:txBody>
      </p:sp>
      <p:pic>
        <p:nvPicPr>
          <p:cNvPr id="7" name="Grafik 6" descr="Logo-für-VK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611560" y="2127250"/>
            <a:ext cx="492443" cy="2252663"/>
          </a:xfrm>
          <a:prstGeom prst="rect">
            <a:avLst/>
          </a:prstGeom>
        </p:spPr>
      </p:pic>
      <p:sp>
        <p:nvSpPr>
          <p:cNvPr id="11" name="Textplatzhalter 10"/>
          <p:cNvSpPr>
            <a:spLocks noGrp="1"/>
          </p:cNvSpPr>
          <p:nvPr>
            <p:ph type="body" sz="quarter" idx="10" hasCustomPrompt="1"/>
          </p:nvPr>
        </p:nvSpPr>
        <p:spPr>
          <a:xfrm>
            <a:off x="1684020" y="2559843"/>
            <a:ext cx="2763926" cy="1811291"/>
          </a:xfrm>
        </p:spPr>
        <p:txBody>
          <a:bodyPr>
            <a:normAutofit/>
          </a:bodyPr>
          <a:lstStyle>
            <a:lvl1pPr marL="0" marR="0" indent="0" algn="l" defTabSz="91430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2582"/>
              </a:buClr>
              <a:buSzTx/>
              <a:buFont typeface="Wingdings" pitchFamily="2" charset="2"/>
              <a:buNone/>
              <a:tabLst/>
              <a:defRPr sz="1100" baseline="0"/>
            </a:lvl1pPr>
            <a:lvl2pPr marL="0" indent="0">
              <a:buNone/>
              <a:defRPr/>
            </a:lvl2pPr>
            <a:lvl3pPr marL="0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marL="0" marR="0" lvl="0" indent="0" algn="l" defTabSz="91430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2582"/>
              </a:buClr>
              <a:buSzTx/>
              <a:buFont typeface="Wingdings" pitchFamily="2" charset="2"/>
              <a:buNone/>
              <a:tabLst/>
              <a:defRPr/>
            </a:pPr>
            <a:r>
              <a:rPr kumimoji="0" lang="de-AT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Hier Adressdaten eingeben</a:t>
            </a:r>
          </a:p>
        </p:txBody>
      </p:sp>
      <p:sp>
        <p:nvSpPr>
          <p:cNvPr id="8" name="Datumsplatzhalter 7"/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460B22D8-19A8-4750-AD83-286C35A4BCEC}" type="datetime1">
              <a:rPr lang="de-AT" smtClean="0"/>
              <a:t>20.04.2026</a:t>
            </a:fld>
            <a:endParaRPr lang="de-AT" dirty="0"/>
          </a:p>
        </p:txBody>
      </p:sp>
      <p:sp>
        <p:nvSpPr>
          <p:cNvPr id="9" name="Fußzeilenplatzhalter 8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de-AT" dirty="0"/>
              <a:t>Fusszeile</a:t>
            </a:r>
          </a:p>
        </p:txBody>
      </p:sp>
      <p:sp>
        <p:nvSpPr>
          <p:cNvPr id="10" name="Foliennummernplatzhalter 9"/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r>
              <a:rPr lang="de-AT" dirty="0"/>
              <a:t>SEITE </a:t>
            </a:r>
            <a:fld id="{BE3DC40E-DBBE-4E2D-9EEC-FBF0DA0E9179}" type="slidenum">
              <a:rPr lang="de-AT" smtClean="0"/>
              <a:t>‹#›</a:t>
            </a:fld>
            <a:endParaRPr lang="de-AT" dirty="0"/>
          </a:p>
        </p:txBody>
      </p:sp>
    </p:spTree>
  </p:cSld>
  <p:clrMapOvr>
    <a:masterClrMapping/>
  </p:clrMapOvr>
  <p:transition>
    <p:fade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auto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rafik 10">
            <a:extLst>
              <a:ext uri="{FF2B5EF4-FFF2-40B4-BE49-F238E27FC236}">
                <a16:creationId xmlns:a16="http://schemas.microsoft.com/office/drawing/2014/main" id="{E3A7D816-8143-4089-A674-7FBE2F1D70EC}"/>
              </a:ext>
            </a:extLst>
          </p:cNvPr>
          <p:cNvPicPr>
            <a:picLocks noChangeAspect="1"/>
          </p:cNvPicPr>
          <p:nvPr userDrawn="1"/>
        </p:nvPicPr>
        <p:blipFill>
          <a:blip r:embed="rId17"/>
          <a:stretch>
            <a:fillRect/>
          </a:stretch>
        </p:blipFill>
        <p:spPr>
          <a:xfrm>
            <a:off x="7711621" y="288569"/>
            <a:ext cx="1170000" cy="617280"/>
          </a:xfrm>
          <a:prstGeom prst="rect">
            <a:avLst/>
          </a:prstGeom>
        </p:spPr>
      </p:pic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457200" y="1344613"/>
            <a:ext cx="7764463" cy="3859212"/>
          </a:xfrm>
          <a:prstGeom prst="rect">
            <a:avLst/>
          </a:prstGeom>
        </p:spPr>
        <p:txBody>
          <a:bodyPr vert="horz" lIns="0" tIns="45715" rIns="0" bIns="45715" rtlCol="0">
            <a:normAutofit/>
          </a:bodyPr>
          <a:lstStyle/>
          <a:p>
            <a:pPr lvl="0"/>
            <a:r>
              <a:rPr lang="de-AT" dirty="0"/>
              <a:t>Textmasterformate durch Klicken bearbeiten</a:t>
            </a:r>
          </a:p>
          <a:p>
            <a:pPr lvl="1"/>
            <a:r>
              <a:rPr lang="de-AT" dirty="0"/>
              <a:t>Zweite Ebene</a:t>
            </a:r>
          </a:p>
          <a:p>
            <a:pPr lvl="2"/>
            <a:r>
              <a:rPr lang="de-AT" dirty="0"/>
              <a:t>Dritte Ebene</a:t>
            </a:r>
          </a:p>
          <a:p>
            <a:pPr lvl="3"/>
            <a:r>
              <a:rPr lang="de-AT" dirty="0"/>
              <a:t>Vierte Ebene</a:t>
            </a:r>
          </a:p>
          <a:p>
            <a:pPr lvl="4"/>
            <a:r>
              <a:rPr lang="de-AT" dirty="0"/>
              <a:t>Fünfte Ebene</a:t>
            </a:r>
          </a:p>
        </p:txBody>
      </p:sp>
      <p:sp>
        <p:nvSpPr>
          <p:cNvPr id="5" name="Fußzeilenplatzhalter 4"/>
          <p:cNvSpPr>
            <a:spLocks noGrp="1"/>
          </p:cNvSpPr>
          <p:nvPr userDrawn="1">
            <p:ph type="ftr" sz="quarter" idx="3"/>
          </p:nvPr>
        </p:nvSpPr>
        <p:spPr>
          <a:xfrm>
            <a:off x="1354561" y="5412059"/>
            <a:ext cx="3217443" cy="258085"/>
          </a:xfrm>
          <a:prstGeom prst="rect">
            <a:avLst/>
          </a:prstGeom>
        </p:spPr>
        <p:txBody>
          <a:bodyPr vert="horz" lIns="91431" tIns="45715" rIns="91431" bIns="45715" rtlCol="0" anchor="ctr"/>
          <a:lstStyle>
            <a:lvl1pPr algn="l">
              <a:defRPr sz="80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de-AT" dirty="0"/>
              <a:t>Fusszeile</a:t>
            </a:r>
          </a:p>
        </p:txBody>
      </p:sp>
      <p:sp>
        <p:nvSpPr>
          <p:cNvPr id="6" name="Foliennummernplatzhalter 5"/>
          <p:cNvSpPr>
            <a:spLocks noGrp="1"/>
          </p:cNvSpPr>
          <p:nvPr userDrawn="1">
            <p:ph type="sldNum" sz="quarter" idx="4"/>
          </p:nvPr>
        </p:nvSpPr>
        <p:spPr>
          <a:xfrm>
            <a:off x="462407" y="5412059"/>
            <a:ext cx="892150" cy="258085"/>
          </a:xfrm>
          <a:prstGeom prst="rect">
            <a:avLst/>
          </a:prstGeom>
        </p:spPr>
        <p:txBody>
          <a:bodyPr vert="horz" lIns="0" tIns="45715" rIns="0" bIns="45715" rtlCol="0" anchor="ctr"/>
          <a:lstStyle>
            <a:lvl1pPr algn="l">
              <a:defRPr sz="80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de-AT" dirty="0"/>
              <a:t>SEITE </a:t>
            </a:r>
            <a:fld id="{BE3DC40E-DBBE-4E2D-9EEC-FBF0DA0E9179}" type="slidenum">
              <a:rPr lang="de-AT" smtClean="0"/>
              <a:pPr/>
              <a:t>‹#›</a:t>
            </a:fld>
            <a:endParaRPr lang="de-AT" dirty="0"/>
          </a:p>
        </p:txBody>
      </p:sp>
      <p:sp>
        <p:nvSpPr>
          <p:cNvPr id="7" name="Datumsplatzhalter 6"/>
          <p:cNvSpPr>
            <a:spLocks noGrp="1"/>
          </p:cNvSpPr>
          <p:nvPr userDrawn="1">
            <p:ph type="dt" sz="half" idx="2"/>
          </p:nvPr>
        </p:nvSpPr>
        <p:spPr>
          <a:xfrm>
            <a:off x="5745181" y="5412059"/>
            <a:ext cx="987407" cy="258085"/>
          </a:xfrm>
          <a:prstGeom prst="rect">
            <a:avLst/>
          </a:prstGeom>
        </p:spPr>
        <p:txBody>
          <a:bodyPr vert="horz" lIns="0" tIns="45715" rIns="0" bIns="45715" rtlCol="0" anchor="ctr"/>
          <a:lstStyle>
            <a:lvl1pPr algn="r">
              <a:defRPr lang="de-DE" sz="800" kern="1200" cap="all" baseline="0" smtClean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fld id="{EF16FBD4-A1A0-4C0D-8ECA-591A550A295A}" type="datetime1">
              <a:rPr lang="de-AT" smtClean="0"/>
              <a:pPr/>
              <a:t>20.04.2026</a:t>
            </a:fld>
            <a:endParaRPr lang="de-AT" dirty="0"/>
          </a:p>
        </p:txBody>
      </p:sp>
      <p:sp>
        <p:nvSpPr>
          <p:cNvPr id="18" name="Rechteck 17"/>
          <p:cNvSpPr/>
          <p:nvPr userDrawn="1"/>
        </p:nvSpPr>
        <p:spPr bwMode="gray">
          <a:xfrm>
            <a:off x="0" y="1043522"/>
            <a:ext cx="9144000" cy="25200"/>
          </a:xfrm>
          <a:prstGeom prst="rect">
            <a:avLst/>
          </a:prstGeom>
          <a:solidFill>
            <a:srgbClr val="0C94B7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/>
              <a:t>      </a:t>
            </a:r>
          </a:p>
        </p:txBody>
      </p:sp>
      <p:sp>
        <p:nvSpPr>
          <p:cNvPr id="15" name="Titelplatzhalter 14"/>
          <p:cNvSpPr>
            <a:spLocks noGrp="1"/>
          </p:cNvSpPr>
          <p:nvPr userDrawn="1">
            <p:ph type="title"/>
          </p:nvPr>
        </p:nvSpPr>
        <p:spPr bwMode="auto">
          <a:xfrm>
            <a:off x="462408" y="139700"/>
            <a:ext cx="6840000" cy="903822"/>
          </a:xfrm>
          <a:prstGeom prst="rect">
            <a:avLst/>
          </a:prstGeom>
        </p:spPr>
        <p:txBody>
          <a:bodyPr vert="horz" lIns="0" tIns="0" rIns="0" bIns="0" rtlCol="0" anchor="ctr">
            <a:normAutofit/>
          </a:bodyPr>
          <a:lstStyle/>
          <a:p>
            <a:r>
              <a:rPr lang="de-AT" dirty="0"/>
              <a:t>Titelmasterformat durch </a:t>
            </a:r>
            <a:br>
              <a:rPr lang="de-AT" dirty="0"/>
            </a:br>
            <a:r>
              <a:rPr lang="de-AT" dirty="0"/>
              <a:t>Klicken bearbeiten</a:t>
            </a:r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229F41FE-2827-48CB-9F30-E0C597752410}"/>
              </a:ext>
            </a:extLst>
          </p:cNvPr>
          <p:cNvPicPr>
            <a:picLocks noChangeAspect="1"/>
          </p:cNvPicPr>
          <p:nvPr userDrawn="1"/>
        </p:nvPicPr>
        <p:blipFill>
          <a:blip r:embed="rId18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67613" y="5359721"/>
            <a:ext cx="1318058" cy="212131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  <p:sldLayoutId id="2147483661" r:id="rId2"/>
    <p:sldLayoutId id="2147483663" r:id="rId3"/>
    <p:sldLayoutId id="2147483675" r:id="rId4"/>
    <p:sldLayoutId id="2147483676" r:id="rId5"/>
    <p:sldLayoutId id="2147483686" r:id="rId6"/>
    <p:sldLayoutId id="2147483687" r:id="rId7"/>
    <p:sldLayoutId id="2147483681" r:id="rId8"/>
    <p:sldLayoutId id="2147483682" r:id="rId9"/>
    <p:sldLayoutId id="2147483688" r:id="rId10"/>
    <p:sldLayoutId id="2147483691" r:id="rId11"/>
    <p:sldLayoutId id="2147483664" r:id="rId12"/>
    <p:sldLayoutId id="2147483667" r:id="rId13"/>
    <p:sldLayoutId id="2147483668" r:id="rId14"/>
    <p:sldLayoutId id="2147483670" r:id="rId15"/>
  </p:sldLayoutIdLst>
  <p:transition>
    <p:fade/>
  </p:transition>
  <p:hf hdr="0" dt="0"/>
  <p:txStyles>
    <p:titleStyle>
      <a:lvl1pPr algn="l" defTabSz="914306" rtl="0" eaLnBrk="1" latinLnBrk="0" hangingPunct="1">
        <a:lnSpc>
          <a:spcPct val="100000"/>
        </a:lnSpc>
        <a:spcBef>
          <a:spcPct val="0"/>
        </a:spcBef>
        <a:buNone/>
        <a:defRPr sz="2400" b="1" kern="1200">
          <a:solidFill>
            <a:schemeClr val="tx1"/>
          </a:solidFill>
          <a:latin typeface="Georgia" charset="0"/>
          <a:ea typeface="Georgia" charset="0"/>
          <a:cs typeface="Georgia" charset="0"/>
        </a:defRPr>
      </a:lvl1pPr>
    </p:titleStyle>
    <p:bodyStyle>
      <a:lvl1pPr marL="266700" indent="-266700" algn="l" defTabSz="914306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Clr>
          <a:schemeClr val="accent1"/>
        </a:buClr>
        <a:buFont typeface="Wingdings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539750" indent="-273050" algn="l" defTabSz="914306" rtl="0" eaLnBrk="1" latinLnBrk="0" hangingPunct="1">
        <a:lnSpc>
          <a:spcPct val="100000"/>
        </a:lnSpc>
        <a:spcBef>
          <a:spcPts val="0"/>
        </a:spcBef>
        <a:spcAft>
          <a:spcPts val="400"/>
        </a:spcAft>
        <a:buClr>
          <a:schemeClr val="accent1"/>
        </a:buClr>
        <a:buSzPct val="100000"/>
        <a:buFont typeface="Wingdings" charset="2"/>
        <a:buChar char="§"/>
        <a:defRPr sz="1500" kern="1200">
          <a:solidFill>
            <a:schemeClr val="tx1"/>
          </a:solidFill>
          <a:latin typeface="+mn-lt"/>
          <a:ea typeface="+mn-ea"/>
          <a:cs typeface="+mn-cs"/>
        </a:defRPr>
      </a:lvl2pPr>
      <a:lvl3pPr marL="814388" indent="-273050" algn="l" defTabSz="914306" rtl="0" eaLnBrk="1" latinLnBrk="0" hangingPunct="1">
        <a:lnSpc>
          <a:spcPct val="100000"/>
        </a:lnSpc>
        <a:spcBef>
          <a:spcPts val="0"/>
        </a:spcBef>
        <a:spcAft>
          <a:spcPts val="400"/>
        </a:spcAft>
        <a:buClr>
          <a:schemeClr val="accent1"/>
        </a:buClr>
        <a:buFont typeface="Wingdings" charset="2"/>
        <a:buChar char="§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074738" indent="-266700" algn="l" defTabSz="914306" rtl="0" eaLnBrk="1" latinLnBrk="0" hangingPunct="1">
        <a:lnSpc>
          <a:spcPct val="100000"/>
        </a:lnSpc>
        <a:spcBef>
          <a:spcPts val="0"/>
        </a:spcBef>
        <a:spcAft>
          <a:spcPts val="400"/>
        </a:spcAft>
        <a:buClr>
          <a:schemeClr val="accent1"/>
        </a:buClr>
        <a:buFont typeface="Wingdings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341438" indent="-263525" algn="l" defTabSz="914306" rtl="0" eaLnBrk="1" latinLnBrk="0" hangingPunct="1">
        <a:lnSpc>
          <a:spcPct val="100000"/>
        </a:lnSpc>
        <a:spcBef>
          <a:spcPts val="0"/>
        </a:spcBef>
        <a:spcAft>
          <a:spcPts val="400"/>
        </a:spcAft>
        <a:buClr>
          <a:schemeClr val="accent1"/>
        </a:buClr>
        <a:buFont typeface="Wingdings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343" indent="-228577" algn="l" defTabSz="914306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496" indent="-228577" algn="l" defTabSz="914306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650" indent="-228577" algn="l" defTabSz="914306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803" indent="-228577" algn="l" defTabSz="914306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53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06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460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613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767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920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073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227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" pos="2880" userDrawn="1">
          <p15:clr>
            <a:srgbClr val="F26B43"/>
          </p15:clr>
        </p15:guide>
        <p15:guide id="3" pos="288" userDrawn="1">
          <p15:clr>
            <a:srgbClr val="F26B43"/>
          </p15:clr>
        </p15:guide>
        <p15:guide id="4" pos="5179" userDrawn="1">
          <p15:clr>
            <a:srgbClr val="F26B43"/>
          </p15:clr>
        </p15:guide>
        <p15:guide id="5" pos="5467" userDrawn="1">
          <p15:clr>
            <a:srgbClr val="F26B43"/>
          </p15:clr>
        </p15:guide>
        <p15:guide id="7" orient="horz" pos="3278" userDrawn="1">
          <p15:clr>
            <a:srgbClr val="F26B43"/>
          </p15:clr>
        </p15:guide>
        <p15:guide id="9" orient="horz" pos="182" userDrawn="1">
          <p15:clr>
            <a:srgbClr val="F26B43"/>
          </p15:clr>
        </p15:guide>
        <p15:guide id="10" orient="horz" pos="847" userDrawn="1">
          <p15:clr>
            <a:srgbClr val="F26B43"/>
          </p15:clr>
        </p15:guide>
        <p15:guide id="11" orient="horz" pos="3516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opendata.paris.fr/explore/dataset/les-arbres/export/?disjunctive.espece&amp;disjunctive.typeemplacement&amp;disjunctive.arrondissement&amp;disjunctive.genre&amp;disjunctive.libellefrancais&amp;disjunctive.varieteoucultivar&amp;disjunctive.stadedeveloppement&amp;disjunctive.remarquable" TargetMode="External"/><Relationship Id="rId7" Type="http://schemas.openxmlformats.org/officeDocument/2006/relationships/hyperlink" Target="https://download.geofabrik.de/europe/" TargetMode="External"/><Relationship Id="rId2" Type="http://schemas.openxmlformats.org/officeDocument/2006/relationships/hyperlink" Target="https://www.data.gv.at/datasets/c91a4635-8b7d-43fe-9b27-d95dec8392a7?locale=en" TargetMode="External"/><Relationship Id="rId1" Type="http://schemas.openxmlformats.org/officeDocument/2006/relationships/slideLayout" Target="../slideLayouts/slideLayout3.xml"/><Relationship Id="rId6" Type="http://schemas.openxmlformats.org/officeDocument/2006/relationships/hyperlink" Target="https://code.earthengine.google.com/" TargetMode="External"/><Relationship Id="rId5" Type="http://schemas.openxmlformats.org/officeDocument/2006/relationships/hyperlink" Target="https://metaver.de/trefferanzeige?docuuid=C1C61928-C602-4E37-AF31-2D23901E2540" TargetMode="External"/><Relationship Id="rId4" Type="http://schemas.openxmlformats.org/officeDocument/2006/relationships/hyperlink" Target="https://opendata-ajuntament.barcelona.cat/data/en/dataset/arbrat-viari" TargetMode="Externa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/>
          <p:cNvSpPr>
            <a:spLocks noGrp="1"/>
          </p:cNvSpPr>
          <p:nvPr>
            <p:ph type="ctrTitle"/>
          </p:nvPr>
        </p:nvSpPr>
        <p:spPr>
          <a:xfrm>
            <a:off x="605405" y="1301365"/>
            <a:ext cx="5487111" cy="1026000"/>
          </a:xfrm>
        </p:spPr>
        <p:txBody>
          <a:bodyPr/>
          <a:lstStyle/>
          <a:p>
            <a:r>
              <a:rPr lang="en-AT" sz="3600" dirty="0"/>
              <a:t>Tree Detection</a:t>
            </a:r>
            <a:endParaRPr lang="de-AT" sz="3600" dirty="0"/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e-AT" dirty="0"/>
              <a:t>infrared.city-1</a:t>
            </a:r>
          </a:p>
        </p:txBody>
      </p:sp>
      <p:sp>
        <p:nvSpPr>
          <p:cNvPr id="7" name="Textplatzhalter 6"/>
          <p:cNvSpPr>
            <a:spLocks noGrp="1"/>
          </p:cNvSpPr>
          <p:nvPr>
            <p:ph type="body" sz="quarter" idx="11"/>
          </p:nvPr>
        </p:nvSpPr>
        <p:spPr>
          <a:xfrm>
            <a:off x="287338" y="2695204"/>
            <a:ext cx="3392933" cy="1018328"/>
          </a:xfrm>
        </p:spPr>
        <p:txBody>
          <a:bodyPr tIns="108000" bIns="108000"/>
          <a:lstStyle/>
          <a:p>
            <a:r>
              <a:rPr lang="pt-BR" sz="1300" dirty="0"/>
              <a:t>Moritz H</a:t>
            </a:r>
            <a:r>
              <a:rPr lang="en-AT" sz="1300" dirty="0"/>
              <a:t>ö</a:t>
            </a:r>
            <a:r>
              <a:rPr lang="pt-BR" sz="1300" dirty="0"/>
              <a:t>rmansdorfer</a:t>
            </a:r>
            <a:br>
              <a:rPr lang="en-AT" sz="1300" dirty="0"/>
            </a:br>
            <a:r>
              <a:rPr lang="pt-BR" sz="1300" dirty="0"/>
              <a:t>Sara Klasov</a:t>
            </a:r>
            <a:r>
              <a:rPr lang="en-AT" sz="1300" dirty="0"/>
              <a:t>á</a:t>
            </a:r>
            <a:r>
              <a:rPr lang="pt-BR" sz="1300" dirty="0"/>
              <a:t> </a:t>
            </a:r>
            <a:br>
              <a:rPr lang="en-AT" sz="1300" dirty="0"/>
            </a:br>
            <a:r>
              <a:rPr lang="pt-BR" sz="1300" dirty="0"/>
              <a:t>Dominik Oberhumer </a:t>
            </a:r>
            <a:br>
              <a:rPr lang="en-AT" sz="1300" dirty="0"/>
            </a:br>
            <a:r>
              <a:rPr lang="pt-BR" sz="1300" dirty="0"/>
              <a:t>Nina Salnikow</a:t>
            </a:r>
            <a:endParaRPr lang="de-AT" sz="1300" dirty="0"/>
          </a:p>
        </p:txBody>
      </p:sp>
      <p:sp>
        <p:nvSpPr>
          <p:cNvPr id="8" name="Textplatzhalter 7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de-AT" dirty="0"/>
              <a:t>2024</a:t>
            </a:r>
          </a:p>
        </p:txBody>
      </p:sp>
    </p:spTree>
    <p:extLst>
      <p:ext uri="{BB962C8B-B14F-4D97-AF65-F5344CB8AC3E}">
        <p14:creationId xmlns:p14="http://schemas.microsoft.com/office/powerpoint/2010/main" val="1987231011"/>
      </p:ext>
    </p:extLst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5694357-503C-B614-1EED-799201F2002E}"/>
              </a:ext>
            </a:extLst>
          </p:cNvPr>
          <p:cNvSpPr>
            <a:spLocks noGrp="1"/>
          </p:cNvSpPr>
          <p:nvPr>
            <p:ph idx="1"/>
            <p:extLst>
              <p:ext uri="{E7BDC344-281C-4309-B0C6-D0EE65EED2A8}">
                <p202:designPr xmlns:p202="http://schemas.microsoft.com/office/powerpoint/2020/02/main">
                  <p202:designTagLst>
                    <p202:designTag name="ARCH:1:CLS" val="BulletedText"/>
                  </p202:designTagLst>
                </p202:designPr>
              </p:ext>
            </p:extLst>
          </p:nvPr>
        </p:nvSpPr>
        <p:spPr>
          <a:xfrm>
            <a:off x="462019" y="1344613"/>
            <a:ext cx="7759644" cy="3853905"/>
          </a:xfrm>
        </p:spPr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AT" sz="2400" dirty="0"/>
              <a:t>Introduction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AT" sz="2400" dirty="0"/>
              <a:t>Project Outline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AT" sz="2400" dirty="0"/>
              <a:t>Data</a:t>
            </a:r>
            <a:endParaRPr lang="de-AT" sz="2400" dirty="0"/>
          </a:p>
          <a:p>
            <a:pPr>
              <a:buFont typeface="Arial" panose="020B0604020202020204" pitchFamily="34" charset="0"/>
              <a:buChar char="•"/>
            </a:pPr>
            <a:r>
              <a:rPr lang="de-AT" sz="2400" dirty="0" err="1"/>
              <a:t>Exploratory</a:t>
            </a:r>
            <a:r>
              <a:rPr lang="de-AT" sz="2400" dirty="0"/>
              <a:t> Data Analysis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AT" sz="2400" dirty="0"/>
              <a:t>M</a:t>
            </a:r>
            <a:r>
              <a:rPr lang="de-AT" sz="2400" dirty="0" err="1"/>
              <a:t>achine</a:t>
            </a:r>
            <a:r>
              <a:rPr lang="de-AT" sz="2400" dirty="0"/>
              <a:t> </a:t>
            </a:r>
            <a:r>
              <a:rPr lang="en-AT" sz="2400" dirty="0"/>
              <a:t>L</a:t>
            </a:r>
            <a:r>
              <a:rPr lang="de-AT" sz="2400" dirty="0" err="1"/>
              <a:t>earning</a:t>
            </a:r>
            <a:r>
              <a:rPr lang="en-AT" sz="2400" dirty="0"/>
              <a:t> Pipeline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de-AT" sz="2400" dirty="0" err="1"/>
              <a:t>Current</a:t>
            </a:r>
            <a:r>
              <a:rPr lang="de-AT" sz="2400" dirty="0"/>
              <a:t> </a:t>
            </a:r>
            <a:r>
              <a:rPr lang="en-AT" sz="2400" dirty="0"/>
              <a:t>Problems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AT" sz="2400" dirty="0"/>
              <a:t>Follow Up</a:t>
            </a:r>
          </a:p>
          <a:p>
            <a:pPr>
              <a:buFont typeface="Arial" panose="020B0604020202020204" pitchFamily="34" charset="0"/>
              <a:buChar char="•"/>
            </a:pPr>
            <a:endParaRPr lang="en-AT" sz="2400" dirty="0"/>
          </a:p>
          <a:p>
            <a:pPr>
              <a:buFont typeface="Arial" panose="020B0604020202020204" pitchFamily="34" charset="0"/>
              <a:buChar char="•"/>
            </a:pPr>
            <a:endParaRPr lang="de-AT" sz="2400" dirty="0"/>
          </a:p>
        </p:txBody>
      </p:sp>
      <p:sp>
        <p:nvSpPr>
          <p:cNvPr id="12" name="Slide Number Placeholder 3">
            <a:extLst>
              <a:ext uri="{FF2B5EF4-FFF2-40B4-BE49-F238E27FC236}">
                <a16:creationId xmlns:a16="http://schemas.microsoft.com/office/drawing/2014/main" id="{4F789658-D253-D456-807A-8FA25B857C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62407" y="5412059"/>
            <a:ext cx="892150" cy="258085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de-AT" dirty="0"/>
              <a:t>SEITE </a:t>
            </a:r>
            <a:fld id="{BE3DC40E-DBBE-4E2D-9EEC-FBF0DA0E9179}" type="slidenum">
              <a:rPr lang="de-AT" smtClean="0"/>
              <a:pPr>
                <a:spcAft>
                  <a:spcPts val="600"/>
                </a:spcAft>
              </a:pPr>
              <a:t>2</a:t>
            </a:fld>
            <a:endParaRPr lang="de-AT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78C4412-78CF-CAC3-B202-CF9A939C8D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2408" y="139700"/>
            <a:ext cx="6840000" cy="903822"/>
          </a:xfrm>
        </p:spPr>
        <p:txBody>
          <a:bodyPr anchor="ctr">
            <a:normAutofit/>
          </a:bodyPr>
          <a:lstStyle/>
          <a:p>
            <a:r>
              <a:rPr lang="de-AT" sz="3200" dirty="0"/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1982120146"/>
      </p:ext>
    </p:extLst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1">
            <a:extLst>
              <a:ext uri="{FF2B5EF4-FFF2-40B4-BE49-F238E27FC236}">
                <a16:creationId xmlns:a16="http://schemas.microsoft.com/office/drawing/2014/main" id="{D6CCD093-8E48-7105-9335-0C6CF034759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87338" y="2941638"/>
            <a:ext cx="4284662" cy="620885"/>
          </a:xfrm>
        </p:spPr>
        <p:txBody>
          <a:bodyPr/>
          <a:lstStyle/>
          <a:p>
            <a:endParaRPr lang="en-US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78A38ED-D965-8D8C-CE06-352C3174613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5406" y="1301365"/>
            <a:ext cx="5436000" cy="1026000"/>
          </a:xfrm>
        </p:spPr>
        <p:txBody>
          <a:bodyPr anchor="ctr">
            <a:normAutofit/>
          </a:bodyPr>
          <a:lstStyle/>
          <a:p>
            <a:r>
              <a:rPr lang="en-AT" sz="3600" dirty="0"/>
              <a:t>Introduction</a:t>
            </a:r>
            <a:endParaRPr lang="de-AT" sz="36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9372F8-276C-039B-1BC1-220CF67F7CB4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62407" y="5412059"/>
            <a:ext cx="892150" cy="25808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de-AT"/>
              <a:t>SEITE </a:t>
            </a:r>
            <a:fld id="{BE3DC40E-DBBE-4E2D-9EEC-FBF0DA0E9179}" type="slidenum">
              <a:rPr lang="de-AT" smtClean="0"/>
              <a:pPr>
                <a:spcAft>
                  <a:spcPts val="600"/>
                </a:spcAft>
              </a:pPr>
              <a:t>3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848148943"/>
      </p:ext>
    </p:extLst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63F5F5-7299-FF75-DEFE-16913BEC79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62407" y="5412059"/>
            <a:ext cx="892150" cy="25808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de-AT"/>
              <a:t>SEITE </a:t>
            </a:r>
            <a:fld id="{BE3DC40E-DBBE-4E2D-9EEC-FBF0DA0E9179}" type="slidenum">
              <a:rPr lang="de-AT" smtClean="0"/>
              <a:pPr>
                <a:spcAft>
                  <a:spcPts val="600"/>
                </a:spcAft>
              </a:pPr>
              <a:t>4</a:t>
            </a:fld>
            <a:endParaRPr lang="de-AT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70F9EB10-CE87-797F-8568-E2D1C7AF77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2408" y="139700"/>
            <a:ext cx="6840000" cy="903822"/>
          </a:xfrm>
        </p:spPr>
        <p:txBody>
          <a:bodyPr anchor="ctr">
            <a:normAutofit/>
          </a:bodyPr>
          <a:lstStyle/>
          <a:p>
            <a:r>
              <a:rPr lang="en-AT" sz="2800" dirty="0"/>
              <a:t>Introduction - Problem</a:t>
            </a:r>
            <a:endParaRPr lang="de-AT" sz="2800" dirty="0"/>
          </a:p>
        </p:txBody>
      </p:sp>
      <p:pic>
        <p:nvPicPr>
          <p:cNvPr id="9" name="Inhaltsplatzhalter 8">
            <a:extLst>
              <a:ext uri="{FF2B5EF4-FFF2-40B4-BE49-F238E27FC236}">
                <a16:creationId xmlns:a16="http://schemas.microsoft.com/office/drawing/2014/main" id="{C0093B1C-0BBB-E7CA-D557-A6CE50D31BF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8667" y="1172791"/>
            <a:ext cx="7306665" cy="4109998"/>
          </a:xfrm>
          <a:prstGeom prst="rect">
            <a:avLst/>
          </a:prstGeom>
        </p:spPr>
      </p:pic>
      <p:sp>
        <p:nvSpPr>
          <p:cNvPr id="10" name="Rechteck 9">
            <a:extLst>
              <a:ext uri="{FF2B5EF4-FFF2-40B4-BE49-F238E27FC236}">
                <a16:creationId xmlns:a16="http://schemas.microsoft.com/office/drawing/2014/main" id="{DB8EDB06-3AEA-F274-E219-AC804B29B3B0}"/>
              </a:ext>
            </a:extLst>
          </p:cNvPr>
          <p:cNvSpPr/>
          <p:nvPr/>
        </p:nvSpPr>
        <p:spPr>
          <a:xfrm>
            <a:off x="2269715" y="1345511"/>
            <a:ext cx="4604568" cy="57472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Trees reduce urban heat</a:t>
            </a:r>
            <a:endParaRPr lang="de-AT" sz="2400" b="1" dirty="0"/>
          </a:p>
        </p:txBody>
      </p:sp>
    </p:spTree>
    <p:extLst>
      <p:ext uri="{BB962C8B-B14F-4D97-AF65-F5344CB8AC3E}">
        <p14:creationId xmlns:p14="http://schemas.microsoft.com/office/powerpoint/2010/main" val="2096249294"/>
      </p:ext>
    </p:extLst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3D100B-FEDE-01FA-15CF-FE363BF164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B0998CE-9581-AABF-DCF5-DEF07AAE98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AT" sz="2000" dirty="0" err="1"/>
              <a:t>Infrared.city</a:t>
            </a:r>
            <a:endParaRPr lang="en-AT" sz="2000" dirty="0"/>
          </a:p>
          <a:p>
            <a:pPr lvl="1"/>
            <a:r>
              <a:rPr lang="de-AT" sz="2000" dirty="0"/>
              <a:t>C</a:t>
            </a:r>
            <a:r>
              <a:rPr lang="en-AT" sz="2000" dirty="0" err="1"/>
              <a:t>limate</a:t>
            </a:r>
            <a:r>
              <a:rPr lang="en-AT" sz="2000" dirty="0"/>
              <a:t> simulation platform</a:t>
            </a:r>
          </a:p>
          <a:p>
            <a:pPr lvl="1"/>
            <a:r>
              <a:rPr lang="en-AT" sz="2000" dirty="0"/>
              <a:t>AI-powered</a:t>
            </a:r>
          </a:p>
          <a:p>
            <a:pPr lvl="1"/>
            <a:r>
              <a:rPr lang="en-AT" sz="2000" dirty="0"/>
              <a:t>Simulates: thermal stress, wind comfort, etc.</a:t>
            </a:r>
          </a:p>
          <a:p>
            <a:pPr lvl="1"/>
            <a:r>
              <a:rPr lang="de-AT" sz="2000" dirty="0"/>
              <a:t>U</a:t>
            </a:r>
            <a:r>
              <a:rPr lang="en-AT" sz="2000" dirty="0" err="1"/>
              <a:t>sed</a:t>
            </a:r>
            <a:r>
              <a:rPr lang="en-AT" sz="2000" dirty="0"/>
              <a:t> by: architects, city government, etc.</a:t>
            </a:r>
          </a:p>
          <a:p>
            <a:pPr lvl="1"/>
            <a:endParaRPr lang="en-AT" sz="2000" dirty="0"/>
          </a:p>
          <a:p>
            <a:r>
              <a:rPr lang="en-AT" sz="2000" dirty="0"/>
              <a:t>Previous projects</a:t>
            </a:r>
          </a:p>
          <a:p>
            <a:pPr lvl="1"/>
            <a:r>
              <a:rPr lang="en-AT" sz="2000" dirty="0"/>
              <a:t>Detected Flood Risk</a:t>
            </a:r>
          </a:p>
          <a:p>
            <a:pPr lvl="1"/>
            <a:r>
              <a:rPr lang="de-AT" sz="2000" dirty="0"/>
              <a:t>D</a:t>
            </a:r>
            <a:r>
              <a:rPr lang="en-AT" sz="2000" dirty="0" err="1"/>
              <a:t>etected</a:t>
            </a:r>
            <a:r>
              <a:rPr lang="en-AT" sz="2000" dirty="0"/>
              <a:t> Greenspace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FFDE91-CCD3-18A2-BE6E-4A1B011CBC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AT"/>
              <a:t>SEITE </a:t>
            </a:r>
            <a:fld id="{BE3DC40E-DBBE-4E2D-9EEC-FBF0DA0E9179}" type="slidenum">
              <a:rPr lang="de-AT" smtClean="0"/>
              <a:t>5</a:t>
            </a:fld>
            <a:endParaRPr lang="de-AT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FB909EC-5B0E-DDEA-8EC7-3BF2DEB0BC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AT" sz="2800" dirty="0"/>
              <a:t>Introduction - Context</a:t>
            </a:r>
            <a:endParaRPr lang="de-AT" sz="28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DC00A30-799E-969A-6BD8-EFE8CE99D99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84747" y="1534160"/>
            <a:ext cx="3597234" cy="5171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673921"/>
      </p:ext>
    </p:extLst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1" name="Footer Placeholder 3">
            <a:extLst>
              <a:ext uri="{FF2B5EF4-FFF2-40B4-BE49-F238E27FC236}">
                <a16:creationId xmlns:a16="http://schemas.microsoft.com/office/drawing/2014/main" id="{65B59FCF-21AC-54CD-B0B2-A11ED162F5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54561" y="5412059"/>
            <a:ext cx="3217443" cy="25808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de-AT"/>
              <a:t>Fusszeile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250EA5-2055-EE81-72DE-79F3DC45E2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62407" y="5412059"/>
            <a:ext cx="892150" cy="25808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de-AT"/>
              <a:t>SEITE </a:t>
            </a:r>
            <a:fld id="{BE3DC40E-DBBE-4E2D-9EEC-FBF0DA0E9179}" type="slidenum">
              <a:rPr lang="de-AT" smtClean="0"/>
              <a:pPr>
                <a:spcAft>
                  <a:spcPts val="600"/>
                </a:spcAft>
              </a:pPr>
              <a:t>6</a:t>
            </a:fld>
            <a:endParaRPr lang="de-AT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7E724D8D-8F49-F6D8-7959-06B7DCFC73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2408" y="139700"/>
            <a:ext cx="6840000" cy="903822"/>
          </a:xfrm>
        </p:spPr>
        <p:txBody>
          <a:bodyPr anchor="ctr">
            <a:normAutofit/>
          </a:bodyPr>
          <a:lstStyle/>
          <a:p>
            <a:r>
              <a:rPr lang="en-AT" sz="2800" dirty="0"/>
              <a:t>Introduction – Project Outline</a:t>
            </a:r>
            <a:endParaRPr lang="de-AT" sz="2800" dirty="0"/>
          </a:p>
        </p:txBody>
      </p:sp>
      <p:graphicFrame>
        <p:nvGraphicFramePr>
          <p:cNvPr id="8" name="Diagram 7">
            <a:extLst>
              <a:ext uri="{FF2B5EF4-FFF2-40B4-BE49-F238E27FC236}">
                <a16:creationId xmlns:a16="http://schemas.microsoft.com/office/drawing/2014/main" id="{262296DC-0530-78F7-605F-BD422EC0545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292066980"/>
              </p:ext>
            </p:extLst>
          </p:nvPr>
        </p:nvGraphicFramePr>
        <p:xfrm>
          <a:off x="692178" y="1300838"/>
          <a:ext cx="7759644" cy="38539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480902647"/>
      </p:ext>
    </p:extLst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5A9787-3D65-3BEC-6313-2A969AFE09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1">
            <a:extLst>
              <a:ext uri="{FF2B5EF4-FFF2-40B4-BE49-F238E27FC236}">
                <a16:creationId xmlns:a16="http://schemas.microsoft.com/office/drawing/2014/main" id="{251A5E02-4242-D600-A920-0DAB419AC7F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87338" y="2941638"/>
            <a:ext cx="4284662" cy="620885"/>
          </a:xfrm>
        </p:spPr>
        <p:txBody>
          <a:bodyPr/>
          <a:lstStyle/>
          <a:p>
            <a:endParaRPr lang="en-US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61D3E41C-4FB2-0BCD-907D-CEAE3AA9E01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5406" y="1301365"/>
            <a:ext cx="5436000" cy="1026000"/>
          </a:xfrm>
        </p:spPr>
        <p:txBody>
          <a:bodyPr anchor="ctr">
            <a:normAutofit/>
          </a:bodyPr>
          <a:lstStyle/>
          <a:p>
            <a:r>
              <a:rPr lang="en-AT" sz="3600" dirty="0"/>
              <a:t>Data</a:t>
            </a:r>
            <a:endParaRPr lang="de-AT" sz="36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EDD7BD-0339-92CF-FB96-5FB245E924CA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62407" y="5412059"/>
            <a:ext cx="892150" cy="25808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de-AT"/>
              <a:t>SEITE </a:t>
            </a:r>
            <a:fld id="{BE3DC40E-DBBE-4E2D-9EEC-FBF0DA0E9179}" type="slidenum">
              <a:rPr lang="de-AT" smtClean="0"/>
              <a:pPr>
                <a:spcAft>
                  <a:spcPts val="600"/>
                </a:spcAft>
              </a:pPr>
              <a:t>7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953633624"/>
      </p:ext>
    </p:extLst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3DD635-A57E-08EF-ABEB-E8E366B40B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9B08E70-56D7-8064-6D9E-95CE0FB894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de-AT" sz="1100" dirty="0"/>
          </a:p>
          <a:p>
            <a:r>
              <a:rPr lang="pt-BR" sz="2500" dirty="0"/>
              <a:t>Tree cadastre data</a:t>
            </a:r>
          </a:p>
          <a:p>
            <a:pPr marL="0" indent="0">
              <a:buNone/>
            </a:pPr>
            <a:r>
              <a:rPr lang="pt-BR" sz="2400" dirty="0"/>
              <a:t>  </a:t>
            </a:r>
            <a:r>
              <a:rPr lang="pt-BR" sz="2200" dirty="0"/>
              <a:t>(</a:t>
            </a:r>
            <a:r>
              <a:rPr lang="pt-BR" sz="2200" dirty="0">
                <a:hlinkClick r:id="rId2"/>
              </a:rPr>
              <a:t>Vienna</a:t>
            </a:r>
            <a:r>
              <a:rPr lang="pt-BR" sz="2200" dirty="0"/>
              <a:t>, </a:t>
            </a:r>
            <a:r>
              <a:rPr lang="pt-BR" sz="2200" dirty="0">
                <a:hlinkClick r:id="rId3"/>
              </a:rPr>
              <a:t>Paris</a:t>
            </a:r>
            <a:r>
              <a:rPr lang="pt-BR" sz="2200" dirty="0"/>
              <a:t>, </a:t>
            </a:r>
            <a:r>
              <a:rPr lang="pt-BR" sz="2200" dirty="0">
                <a:hlinkClick r:id="rId4"/>
              </a:rPr>
              <a:t>Barcelona</a:t>
            </a:r>
            <a:r>
              <a:rPr lang="pt-BR" sz="2200" dirty="0"/>
              <a:t>, </a:t>
            </a:r>
            <a:r>
              <a:rPr lang="pt-BR" sz="2200" dirty="0">
                <a:hlinkClick r:id="rId5"/>
              </a:rPr>
              <a:t>Hamburg</a:t>
            </a:r>
            <a:r>
              <a:rPr lang="pt-BR" sz="2200" dirty="0"/>
              <a:t>)</a:t>
            </a:r>
          </a:p>
          <a:p>
            <a:pPr marL="0" indent="0">
              <a:buNone/>
            </a:pPr>
            <a:endParaRPr lang="pt-BR" dirty="0"/>
          </a:p>
          <a:p>
            <a:r>
              <a:rPr lang="pt-BR" sz="2500" dirty="0">
                <a:hlinkClick r:id="rId6"/>
              </a:rPr>
              <a:t>Sentinel-2 data</a:t>
            </a:r>
            <a:endParaRPr lang="pt-BR" sz="2500" dirty="0"/>
          </a:p>
          <a:p>
            <a:pPr marL="0" indent="0">
              <a:buNone/>
            </a:pPr>
            <a:endParaRPr lang="pt-BR" sz="2400" dirty="0"/>
          </a:p>
          <a:p>
            <a:r>
              <a:rPr lang="pt-BR" sz="2500" dirty="0">
                <a:hlinkClick r:id="rId7"/>
              </a:rPr>
              <a:t>OpenStreetMap data</a:t>
            </a:r>
            <a:endParaRPr lang="pt-BR" sz="2500" dirty="0"/>
          </a:p>
          <a:p>
            <a:endParaRPr lang="pt-BR" sz="2200" dirty="0"/>
          </a:p>
          <a:p>
            <a:pPr marL="0" indent="0">
              <a:buNone/>
            </a:pPr>
            <a:endParaRPr lang="de-AT" sz="22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AA4222-1202-2223-FD48-BA15637743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AT"/>
              <a:t>SEITE </a:t>
            </a:r>
            <a:fld id="{BE3DC40E-DBBE-4E2D-9EEC-FBF0DA0E9179}" type="slidenum">
              <a:rPr lang="de-AT" smtClean="0"/>
              <a:t>8</a:t>
            </a:fld>
            <a:endParaRPr lang="de-AT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CCAA287-7B11-AA20-29EC-4910821E37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AT" sz="2800" dirty="0"/>
              <a:t>Data</a:t>
            </a:r>
            <a:r>
              <a:rPr lang="de-AT" sz="2800" dirty="0"/>
              <a:t> Sources</a:t>
            </a:r>
          </a:p>
        </p:txBody>
      </p:sp>
    </p:spTree>
    <p:extLst>
      <p:ext uri="{BB962C8B-B14F-4D97-AF65-F5344CB8AC3E}">
        <p14:creationId xmlns:p14="http://schemas.microsoft.com/office/powerpoint/2010/main" val="3971520674"/>
      </p:ext>
    </p:extLst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32E7214-4F08-BCA5-CB79-65FC9D8116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de-AT" dirty="0"/>
          </a:p>
          <a:p>
            <a:pPr marL="0" indent="0">
              <a:buNone/>
            </a:pPr>
            <a:endParaRPr lang="de-AT" sz="2400" dirty="0"/>
          </a:p>
          <a:p>
            <a:r>
              <a:rPr lang="de-AT" sz="2200" dirty="0"/>
              <a:t>~6GB </a:t>
            </a:r>
            <a:r>
              <a:rPr lang="de-AT" sz="2200" dirty="0" err="1"/>
              <a:t>dataset</a:t>
            </a:r>
            <a:r>
              <a:rPr lang="de-AT" sz="2200" dirty="0"/>
              <a:t> </a:t>
            </a:r>
            <a:r>
              <a:rPr lang="de-AT" sz="2200" dirty="0" err="1"/>
              <a:t>collected</a:t>
            </a:r>
            <a:endParaRPr lang="de-AT" sz="2200" dirty="0"/>
          </a:p>
          <a:p>
            <a:pPr marL="0" indent="0">
              <a:buNone/>
            </a:pPr>
            <a:endParaRPr lang="de-AT" sz="2200" dirty="0"/>
          </a:p>
          <a:p>
            <a:pPr marL="0" indent="0">
              <a:buNone/>
            </a:pPr>
            <a:endParaRPr lang="de-AT" sz="3200" dirty="0"/>
          </a:p>
          <a:p>
            <a:r>
              <a:rPr lang="de-AT" sz="2200" dirty="0" err="1"/>
              <a:t>Cleaned</a:t>
            </a:r>
            <a:r>
              <a:rPr lang="de-AT" sz="2200" dirty="0"/>
              <a:t> &amp; </a:t>
            </a:r>
            <a:r>
              <a:rPr lang="de-AT" sz="2200" dirty="0" err="1"/>
              <a:t>standardized</a:t>
            </a:r>
            <a:r>
              <a:rPr lang="de-AT" sz="2200" dirty="0"/>
              <a:t> (e.g. </a:t>
            </a:r>
            <a:r>
              <a:rPr lang="de-AT" sz="2200" dirty="0" err="1"/>
              <a:t>rename</a:t>
            </a:r>
            <a:r>
              <a:rPr lang="de-AT" sz="2200" dirty="0"/>
              <a:t> </a:t>
            </a:r>
            <a:r>
              <a:rPr lang="de-AT" sz="2200" dirty="0" err="1"/>
              <a:t>columns</a:t>
            </a:r>
            <a:r>
              <a:rPr lang="de-AT" sz="2200" dirty="0"/>
              <a:t>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274743-AD10-D86E-4282-53F1AD842A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AT"/>
              <a:t>SEITE </a:t>
            </a:r>
            <a:fld id="{BE3DC40E-DBBE-4E2D-9EEC-FBF0DA0E9179}" type="slidenum">
              <a:rPr lang="de-AT" smtClean="0"/>
              <a:t>9</a:t>
            </a:fld>
            <a:endParaRPr lang="de-AT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4CE097C4-4CD3-17AD-A19F-A83E6249D6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AT" sz="2800" dirty="0"/>
              <a:t>Data</a:t>
            </a:r>
            <a:r>
              <a:rPr lang="de-AT" sz="2800" dirty="0"/>
              <a:t> Collection</a:t>
            </a:r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4985A6C2-018E-E9FF-4648-31F56CC23EF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492"/>
          <a:stretch>
            <a:fillRect/>
          </a:stretch>
        </p:blipFill>
        <p:spPr>
          <a:xfrm>
            <a:off x="4252475" y="1899920"/>
            <a:ext cx="4583922" cy="934719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10" name="Rechteck 9">
            <a:extLst>
              <a:ext uri="{FF2B5EF4-FFF2-40B4-BE49-F238E27FC236}">
                <a16:creationId xmlns:a16="http://schemas.microsoft.com/office/drawing/2014/main" id="{BE5A8694-392B-1450-9D9C-31CE8649618E}"/>
              </a:ext>
            </a:extLst>
          </p:cNvPr>
          <p:cNvSpPr/>
          <p:nvPr/>
        </p:nvSpPr>
        <p:spPr>
          <a:xfrm>
            <a:off x="4282955" y="2555328"/>
            <a:ext cx="2192435" cy="243841"/>
          </a:xfrm>
          <a:prstGeom prst="rect">
            <a:avLst/>
          </a:prstGeom>
          <a:solidFill>
            <a:schemeClr val="accent1">
              <a:alpha val="50000"/>
            </a:schemeClr>
          </a:solidFill>
          <a:ln w="38100">
            <a:solidFill>
              <a:srgbClr val="0C94B7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 dirty="0">
              <a:solidFill>
                <a:schemeClr val="accent1">
                  <a:lumMod val="20000"/>
                  <a:lumOff val="80000"/>
                </a:schemeClr>
              </a:solidFill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2161093438"/>
      </p:ext>
    </p:extLst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F4EF72-A65A-CFF1-C5CD-600F536F73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82BC52D-B96C-D6E9-B22F-DFD5A54EB2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de-AT" sz="1400" u="sng" dirty="0"/>
          </a:p>
          <a:p>
            <a:r>
              <a:rPr lang="de-AT" sz="2200" u="sng" dirty="0" err="1"/>
              <a:t>Previous</a:t>
            </a:r>
            <a:r>
              <a:rPr lang="de-AT" sz="2200" u="sng" dirty="0"/>
              <a:t> </a:t>
            </a:r>
            <a:r>
              <a:rPr lang="de-AT" sz="2200" u="sng" dirty="0" err="1"/>
              <a:t>project</a:t>
            </a:r>
            <a:r>
              <a:rPr lang="de-AT" sz="2200" dirty="0"/>
              <a:t>: Manual </a:t>
            </a:r>
            <a:r>
              <a:rPr lang="de-AT" sz="2200" dirty="0" err="1"/>
              <a:t>image</a:t>
            </a:r>
            <a:r>
              <a:rPr lang="de-AT" sz="2200" dirty="0"/>
              <a:t> </a:t>
            </a:r>
            <a:r>
              <a:rPr lang="de-AT" sz="2200" dirty="0" err="1"/>
              <a:t>selection</a:t>
            </a:r>
            <a:endParaRPr lang="de-AT" sz="2200" dirty="0"/>
          </a:p>
          <a:p>
            <a:r>
              <a:rPr lang="de-AT" sz="2200" u="sng" dirty="0"/>
              <a:t>Initial </a:t>
            </a:r>
            <a:r>
              <a:rPr lang="de-AT" sz="2200" u="sng" dirty="0" err="1"/>
              <a:t>approach</a:t>
            </a:r>
            <a:r>
              <a:rPr lang="de-AT" sz="2200" dirty="0"/>
              <a:t>: Copernicus API</a:t>
            </a:r>
          </a:p>
          <a:p>
            <a:endParaRPr lang="de-AT" sz="2200" dirty="0"/>
          </a:p>
          <a:p>
            <a:pPr marL="0" indent="0" algn="ctr">
              <a:buNone/>
            </a:pPr>
            <a:endParaRPr lang="de-AT" sz="2400" b="1" dirty="0"/>
          </a:p>
          <a:p>
            <a:pPr marL="0" indent="0" algn="ctr">
              <a:buNone/>
            </a:pPr>
            <a:r>
              <a:rPr lang="de-AT" sz="2400" b="1" dirty="0"/>
              <a:t>→</a:t>
            </a:r>
            <a:r>
              <a:rPr lang="en-US" sz="2200" b="1" dirty="0"/>
              <a:t> </a:t>
            </a:r>
            <a:r>
              <a:rPr lang="en-US" sz="2200" b="1" u="sng" dirty="0"/>
              <a:t>Switched to Google Earth Engine </a:t>
            </a:r>
          </a:p>
          <a:p>
            <a:pPr marL="0" indent="0">
              <a:buNone/>
            </a:pPr>
            <a:endParaRPr lang="de-AT" sz="2200" u="sng" dirty="0"/>
          </a:p>
          <a:p>
            <a:r>
              <a:rPr lang="de-AT" sz="2200" i="1" u="sng" dirty="0"/>
              <a:t>Challenge</a:t>
            </a:r>
            <a:r>
              <a:rPr lang="de-AT" sz="2200" i="1" dirty="0"/>
              <a:t>:</a:t>
            </a:r>
            <a:r>
              <a:rPr lang="de-AT" sz="2200" dirty="0"/>
              <a:t> </a:t>
            </a:r>
            <a:r>
              <a:rPr lang="en-US" sz="2300" dirty="0"/>
              <a:t>Cloud coverage filtering tuning</a:t>
            </a:r>
            <a:endParaRPr lang="de-AT" sz="2300" b="1" u="sng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03039E-89B9-D73B-1B50-394A5170BD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AT"/>
              <a:t>SEITE </a:t>
            </a:r>
            <a:fld id="{BE3DC40E-DBBE-4E2D-9EEC-FBF0DA0E9179}" type="slidenum">
              <a:rPr lang="de-AT" smtClean="0"/>
              <a:t>10</a:t>
            </a:fld>
            <a:endParaRPr lang="de-AT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13F668C-7942-5062-E33F-44528336AD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AT" sz="2800" dirty="0" err="1"/>
              <a:t>What</a:t>
            </a:r>
            <a:r>
              <a:rPr lang="de-AT" sz="2800" dirty="0"/>
              <a:t> </a:t>
            </a:r>
            <a:r>
              <a:rPr lang="de-AT" sz="2800" dirty="0" err="1"/>
              <a:t>Worked</a:t>
            </a:r>
            <a:r>
              <a:rPr lang="de-AT" sz="2800" dirty="0"/>
              <a:t> / </a:t>
            </a:r>
            <a:r>
              <a:rPr lang="de-AT" sz="2800" dirty="0" err="1"/>
              <a:t>Improvement</a:t>
            </a:r>
            <a:endParaRPr lang="de-AT" sz="2800" dirty="0"/>
          </a:p>
        </p:txBody>
      </p:sp>
      <p:sp>
        <p:nvSpPr>
          <p:cNvPr id="3" name="Rechteck: abgerundete Ecken 2">
            <a:extLst>
              <a:ext uri="{FF2B5EF4-FFF2-40B4-BE49-F238E27FC236}">
                <a16:creationId xmlns:a16="http://schemas.microsoft.com/office/drawing/2014/main" id="{0AA7CACF-5F11-8707-5B95-F54A8D48CC94}"/>
              </a:ext>
            </a:extLst>
          </p:cNvPr>
          <p:cNvSpPr/>
          <p:nvPr/>
        </p:nvSpPr>
        <p:spPr>
          <a:xfrm>
            <a:off x="1483360" y="3159805"/>
            <a:ext cx="5933440" cy="772160"/>
          </a:xfrm>
          <a:prstGeom prst="roundRect">
            <a:avLst/>
          </a:prstGeom>
          <a:noFill/>
          <a:ln w="57150">
            <a:solidFill>
              <a:srgbClr val="41B4CE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963840130"/>
      </p:ext>
    </p:extLst>
  </p:cSld>
  <p:clrMapOvr>
    <a:masterClrMapping/>
  </p:clrMapOvr>
  <p:transition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452552-A00A-904C-7C5B-1060AC6B97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1">
            <a:extLst>
              <a:ext uri="{FF2B5EF4-FFF2-40B4-BE49-F238E27FC236}">
                <a16:creationId xmlns:a16="http://schemas.microsoft.com/office/drawing/2014/main" id="{DEE036EB-28F2-D729-CAF5-479DBCDF239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87338" y="2941638"/>
            <a:ext cx="4284662" cy="620885"/>
          </a:xfrm>
        </p:spPr>
        <p:txBody>
          <a:bodyPr/>
          <a:lstStyle/>
          <a:p>
            <a:endParaRPr lang="en-US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D14F809-7769-243A-89F5-C8A05A3B24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5406" y="1301365"/>
            <a:ext cx="5436000" cy="1026000"/>
          </a:xfrm>
        </p:spPr>
        <p:txBody>
          <a:bodyPr anchor="ctr">
            <a:normAutofit/>
          </a:bodyPr>
          <a:lstStyle/>
          <a:p>
            <a:r>
              <a:rPr lang="de-AT" sz="3200" dirty="0" err="1"/>
              <a:t>Exploratory</a:t>
            </a:r>
            <a:r>
              <a:rPr lang="de-AT" sz="3200" dirty="0"/>
              <a:t> Data Analysis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AC7969-4824-F50A-DB54-40F24F006B15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62407" y="5412059"/>
            <a:ext cx="892150" cy="25808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de-AT"/>
              <a:t>SEITE </a:t>
            </a:r>
            <a:fld id="{BE3DC40E-DBBE-4E2D-9EEC-FBF0DA0E9179}" type="slidenum">
              <a:rPr lang="de-AT" smtClean="0"/>
              <a:pPr>
                <a:spcAft>
                  <a:spcPts val="600"/>
                </a:spcAft>
              </a:pPr>
              <a:t>11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607917642"/>
      </p:ext>
    </p:extLst>
  </p:cSld>
  <p:clrMapOvr>
    <a:masterClrMapping/>
  </p:clrMapOvr>
  <p:transition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42892A8-59FD-BDE2-5C31-E8A3391794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2019" y="3926754"/>
            <a:ext cx="7759644" cy="1271764"/>
          </a:xfrm>
        </p:spPr>
        <p:txBody>
          <a:bodyPr>
            <a:normAutofit fontScale="92500"/>
          </a:bodyPr>
          <a:lstStyle/>
          <a:p>
            <a:pPr marL="0" indent="0">
              <a:lnSpc>
                <a:spcPts val="2000"/>
              </a:lnSpc>
              <a:spcAft>
                <a:spcPts val="400"/>
              </a:spcAft>
            </a:pPr>
            <a:r>
              <a:rPr lang="en-US" sz="1600" b="1" dirty="0"/>
              <a:t>Vienna / Paris / Hamburg: </a:t>
            </a:r>
            <a:r>
              <a:rPr lang="en-US" sz="1600" dirty="0"/>
              <a:t>~220k–234k trees each — balanced training data</a:t>
            </a:r>
          </a:p>
          <a:p>
            <a:pPr marL="0" indent="0">
              <a:lnSpc>
                <a:spcPts val="2000"/>
              </a:lnSpc>
              <a:spcAft>
                <a:spcPts val="400"/>
              </a:spcAft>
            </a:pPr>
            <a:r>
              <a:rPr lang="en-US" sz="1600" b="1" dirty="0"/>
              <a:t>Barcelona: </a:t>
            </a:r>
            <a:r>
              <a:rPr lang="en-US" sz="1600" dirty="0"/>
              <a:t>43k trees, no geometry — generalization test only</a:t>
            </a:r>
          </a:p>
          <a:p>
            <a:pPr marL="0" indent="0">
              <a:lnSpc>
                <a:spcPts val="2000"/>
              </a:lnSpc>
              <a:spcAft>
                <a:spcPts val="400"/>
              </a:spcAft>
            </a:pPr>
            <a:r>
              <a:rPr lang="en-US" sz="1600" b="1" dirty="0"/>
              <a:t>Key finding: </a:t>
            </a:r>
            <a:r>
              <a:rPr lang="en-US" sz="1600" dirty="0"/>
              <a:t>Hamburg trees are 97% street-planted vs. 52% park trees in Vienna — model needs to learn both patterns</a:t>
            </a:r>
          </a:p>
          <a:p>
            <a:endParaRPr lang="de-A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2B74D9-3E76-D0C8-63E6-C2C85C9B0C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AT"/>
              <a:t>SEITE </a:t>
            </a:r>
            <a:fld id="{BE3DC40E-DBBE-4E2D-9EEC-FBF0DA0E9179}" type="slidenum">
              <a:rPr lang="de-AT" smtClean="0"/>
              <a:t>12</a:t>
            </a:fld>
            <a:endParaRPr lang="de-AT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D60DEAA2-3E85-9897-D9BB-34B7F9CC30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AT" sz="2800" dirty="0"/>
              <a:t>EDA</a:t>
            </a:r>
            <a:endParaRPr lang="de-AT" sz="2800" dirty="0"/>
          </a:p>
        </p:txBody>
      </p:sp>
      <p:pic>
        <p:nvPicPr>
          <p:cNvPr id="6" name="Picture 5" descr="A graph of a city overview&#10;&#10;Description automatically generated">
            <a:extLst>
              <a:ext uri="{FF2B5EF4-FFF2-40B4-BE49-F238E27FC236}">
                <a16:creationId xmlns:a16="http://schemas.microsoft.com/office/drawing/2014/main" id="{F2F48DF8-97DF-1E36-1F41-A3BA59FE3AB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046" r="40283"/>
          <a:stretch/>
        </p:blipFill>
        <p:spPr>
          <a:xfrm>
            <a:off x="185195" y="1296286"/>
            <a:ext cx="4016415" cy="2630468"/>
          </a:xfrm>
          <a:prstGeom prst="rect">
            <a:avLst/>
          </a:prstGeom>
        </p:spPr>
      </p:pic>
      <p:pic>
        <p:nvPicPr>
          <p:cNvPr id="8" name="Picture 7" descr="A graph of trees located in different colors&#10;&#10;Description automatically generated">
            <a:extLst>
              <a:ext uri="{FF2B5EF4-FFF2-40B4-BE49-F238E27FC236}">
                <a16:creationId xmlns:a16="http://schemas.microsoft.com/office/drawing/2014/main" id="{3BDC7A65-50CB-D354-EED7-2917A5544C3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98379" y="1430730"/>
            <a:ext cx="4421529" cy="24960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7099027"/>
      </p:ext>
    </p:extLst>
  </p:cSld>
  <p:clrMapOvr>
    <a:masterClrMapping/>
  </p:clrMapOvr>
  <p:transition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 descr="A graph showing the number of different colored lines&#10;&#10;Description automatically generated with medium confidence">
            <a:extLst>
              <a:ext uri="{FF2B5EF4-FFF2-40B4-BE49-F238E27FC236}">
                <a16:creationId xmlns:a16="http://schemas.microsoft.com/office/drawing/2014/main" id="{2C10F767-3681-C01B-07FC-B3DB37B59B6B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481" y="1173826"/>
            <a:ext cx="4495519" cy="2483774"/>
          </a:xfrm>
          <a:noFill/>
        </p:spPr>
      </p:pic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BFB1DA1E-59B5-E63E-821D-DE5DE570955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599713" y="1341088"/>
            <a:ext cx="4335182" cy="2483774"/>
          </a:xfrm>
        </p:spPr>
        <p:txBody>
          <a:bodyPr>
            <a:normAutofit fontScale="85000" lnSpcReduction="10000"/>
          </a:bodyPr>
          <a:lstStyle/>
          <a:p>
            <a:pPr marL="0" indent="0">
              <a:lnSpc>
                <a:spcPts val="2000"/>
              </a:lnSpc>
              <a:spcAft>
                <a:spcPts val="400"/>
              </a:spcAft>
            </a:pPr>
            <a:r>
              <a:rPr lang="en-US" sz="1600" b="1" dirty="0"/>
              <a:t>Summer (Aug) = strongest signal: </a:t>
            </a:r>
            <a:r>
              <a:rPr lang="en-US" sz="1600" dirty="0"/>
              <a:t>Hamburg NDVI 0.42 vs. ~0.29 in spring/autumn</a:t>
            </a:r>
          </a:p>
          <a:p>
            <a:pPr marL="0" indent="0">
              <a:lnSpc>
                <a:spcPts val="2000"/>
              </a:lnSpc>
              <a:spcAft>
                <a:spcPts val="400"/>
              </a:spcAft>
            </a:pPr>
            <a:r>
              <a:rPr lang="en-US" sz="1600" b="1" dirty="0"/>
              <a:t>Seasonal contrast: </a:t>
            </a:r>
            <a:r>
              <a:rPr lang="en-US" sz="1600" dirty="0"/>
              <a:t>summer vs. autumn NDVI drop distinguishes deciduous trees from grass/artificial surfaces</a:t>
            </a:r>
          </a:p>
          <a:p>
            <a:pPr marL="0" indent="0">
              <a:lnSpc>
                <a:spcPts val="2000"/>
              </a:lnSpc>
              <a:spcAft>
                <a:spcPts val="400"/>
              </a:spcAft>
            </a:pPr>
            <a:r>
              <a:rPr lang="en-US" sz="1600" b="1" dirty="0"/>
              <a:t>86 species shared across all cities —</a:t>
            </a:r>
            <a:r>
              <a:rPr lang="en-US" sz="1600" dirty="0"/>
              <a:t>not used as model input, crown size expectations</a:t>
            </a:r>
          </a:p>
          <a:p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9C57CEC-C5CF-1BCF-6EC1-422316C58C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54561" y="5412059"/>
            <a:ext cx="3217443" cy="25808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de-AT"/>
              <a:t>Fusszeile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5F52CC-08A8-7FC9-57A0-8BE5B532D4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62407" y="5412059"/>
            <a:ext cx="892150" cy="25808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de-AT"/>
              <a:t>SEITE </a:t>
            </a:r>
            <a:fld id="{BE3DC40E-DBBE-4E2D-9EEC-FBF0DA0E9179}" type="slidenum">
              <a:rPr lang="de-AT" smtClean="0"/>
              <a:pPr>
                <a:spcAft>
                  <a:spcPts val="600"/>
                </a:spcAft>
              </a:pPr>
              <a:t>13</a:t>
            </a:fld>
            <a:endParaRPr lang="de-AT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7717E2D6-1409-7DD6-E2FE-8CDCF2523E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2408" y="139700"/>
            <a:ext cx="6840000" cy="903822"/>
          </a:xfrm>
        </p:spPr>
        <p:txBody>
          <a:bodyPr anchor="ctr">
            <a:normAutofit/>
          </a:bodyPr>
          <a:lstStyle/>
          <a:p>
            <a:r>
              <a:rPr lang="en-US" sz="2800" dirty="0"/>
              <a:t>EDA</a:t>
            </a:r>
          </a:p>
        </p:txBody>
      </p:sp>
      <p:pic>
        <p:nvPicPr>
          <p:cNvPr id="13" name="Picture 12" descr="A group of different colored bars&#10;&#10;Description automatically generated">
            <a:extLst>
              <a:ext uri="{FF2B5EF4-FFF2-40B4-BE49-F238E27FC236}">
                <a16:creationId xmlns:a16="http://schemas.microsoft.com/office/drawing/2014/main" id="{9E566429-C4B1-9747-8F17-CBB00C09669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8927"/>
          <a:stretch/>
        </p:blipFill>
        <p:spPr>
          <a:xfrm>
            <a:off x="340525" y="3824862"/>
            <a:ext cx="4081882" cy="1547139"/>
          </a:xfrm>
          <a:prstGeom prst="rect">
            <a:avLst/>
          </a:prstGeom>
        </p:spPr>
      </p:pic>
      <p:pic>
        <p:nvPicPr>
          <p:cNvPr id="16" name="Picture 15" descr="A group of different colored bars&#10;&#10;Description automatically generated">
            <a:extLst>
              <a:ext uri="{FF2B5EF4-FFF2-40B4-BE49-F238E27FC236}">
                <a16:creationId xmlns:a16="http://schemas.microsoft.com/office/drawing/2014/main" id="{BA7B0613-9713-BF50-D285-736025F2BBD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1443"/>
          <a:stretch/>
        </p:blipFill>
        <p:spPr>
          <a:xfrm>
            <a:off x="4544288" y="3824861"/>
            <a:ext cx="4293349" cy="15471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1970752"/>
      </p:ext>
    </p:extLst>
  </p:cSld>
  <p:clrMapOvr>
    <a:masterClrMapping/>
  </p:clrMapOvr>
  <p:transition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table of numbers with black text&#10;&#10;Description automatically generated">
            <a:extLst>
              <a:ext uri="{FF2B5EF4-FFF2-40B4-BE49-F238E27FC236}">
                <a16:creationId xmlns:a16="http://schemas.microsoft.com/office/drawing/2014/main" id="{173D6FB8-D3ED-2F00-5C66-C648B6AEF12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892" r="30312" b="2"/>
          <a:stretch>
            <a:fillRect/>
          </a:stretch>
        </p:blipFill>
        <p:spPr>
          <a:xfrm>
            <a:off x="462407" y="1198821"/>
            <a:ext cx="4109591" cy="4005004"/>
          </a:xfrm>
          <a:prstGeom prst="rect">
            <a:avLst/>
          </a:prstGeom>
          <a:noFill/>
        </p:spPr>
      </p:pic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BD787DB-90C3-0F5E-A8A6-E90C0683F05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886741" y="1344613"/>
            <a:ext cx="4109591" cy="2381884"/>
          </a:xfrm>
        </p:spPr>
        <p:txBody>
          <a:bodyPr>
            <a:noAutofit/>
          </a:bodyPr>
          <a:lstStyle/>
          <a:p>
            <a:pPr marL="0" indent="0">
              <a:spcAft>
                <a:spcPts val="500"/>
              </a:spcAft>
            </a:pPr>
            <a:r>
              <a:rPr lang="en-US" b="1" dirty="0"/>
              <a:t>EVI/SAVI scaling: </a:t>
            </a:r>
            <a:r>
              <a:rPr lang="en-US" dirty="0"/>
              <a:t>values exceed 1.0 (false). </a:t>
            </a:r>
          </a:p>
          <a:p>
            <a:pPr marL="0" indent="0">
              <a:spcAft>
                <a:spcPts val="500"/>
              </a:spcAft>
            </a:pPr>
            <a:r>
              <a:rPr lang="en-US" dirty="0"/>
              <a:t>Cause: index formula applied to raw integers (0–10,000) instead of reflectance (0.0–1.0)</a:t>
            </a:r>
          </a:p>
          <a:p>
            <a:pPr marL="0" indent="0">
              <a:spcAft>
                <a:spcPts val="500"/>
              </a:spcAft>
            </a:pPr>
            <a:r>
              <a:rPr lang="en-US" dirty="0"/>
              <a:t>Fix: divide bands by 10,000 before recomputing — no </a:t>
            </a:r>
            <a:r>
              <a:rPr lang="en-US" dirty="0" err="1"/>
              <a:t>rescraping</a:t>
            </a:r>
            <a:r>
              <a:rPr lang="en-US" dirty="0"/>
              <a:t> needed, raw bands are in TIF stacks, NDVI is safe to use as-is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80AE708-32D1-590A-C756-5D5B5B4275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54561" y="5412059"/>
            <a:ext cx="3217443" cy="25808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de-AT"/>
              <a:t>Fusszeile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DB0532-9DE4-C0F4-A5C9-B514B33155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62407" y="5412059"/>
            <a:ext cx="892150" cy="25808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de-AT"/>
              <a:t>SEITE </a:t>
            </a:r>
            <a:fld id="{BE3DC40E-DBBE-4E2D-9EEC-FBF0DA0E9179}" type="slidenum">
              <a:rPr lang="de-AT" smtClean="0"/>
              <a:pPr>
                <a:spcAft>
                  <a:spcPts val="600"/>
                </a:spcAft>
              </a:pPr>
              <a:t>14</a:t>
            </a:fld>
            <a:endParaRPr lang="de-AT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D98003C9-A5AF-C3E0-6A96-132352BB39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2408" y="139700"/>
            <a:ext cx="6840000" cy="903822"/>
          </a:xfrm>
        </p:spPr>
        <p:txBody>
          <a:bodyPr anchor="ctr">
            <a:normAutofit/>
          </a:bodyPr>
          <a:lstStyle/>
          <a:p>
            <a:r>
              <a:rPr lang="en-US" sz="2800" dirty="0"/>
              <a:t>EDA - Challenges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30C4438-9EC0-9ECE-20C9-B8DCE652B1FC}"/>
              </a:ext>
            </a:extLst>
          </p:cNvPr>
          <p:cNvSpPr txBox="1"/>
          <p:nvPr/>
        </p:nvSpPr>
        <p:spPr>
          <a:xfrm>
            <a:off x="1957339" y="3957478"/>
            <a:ext cx="6840000" cy="11413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50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en-US" sz="1600" b="1" dirty="0"/>
              <a:t>Vienna height column: </a:t>
            </a:r>
            <a:r>
              <a:rPr lang="en-US" sz="1600" dirty="0"/>
              <a:t>stores category codes 1–8, not </a:t>
            </a:r>
            <a:r>
              <a:rPr lang="en-US" sz="1600" dirty="0" err="1"/>
              <a:t>metres</a:t>
            </a:r>
            <a:r>
              <a:rPr lang="en-US" sz="1600" dirty="0"/>
              <a:t> (mean 2.21 confirmed)</a:t>
            </a:r>
          </a:p>
          <a:p>
            <a:pPr marL="285750" indent="-285750">
              <a:spcAft>
                <a:spcPts val="500"/>
              </a:spcAft>
              <a:buClr>
                <a:schemeClr val="accent1"/>
              </a:buClr>
              <a:buFont typeface="Wingdings" pitchFamily="2" charset="2"/>
              <a:buChar char="§"/>
            </a:pPr>
            <a:r>
              <a:rPr lang="en-US" sz="1600" dirty="0"/>
              <a:t>Fix: decode to midpoint values (e.g. code 2 → 8.0 m), will be applied in data cleaning step before training</a:t>
            </a:r>
          </a:p>
        </p:txBody>
      </p:sp>
    </p:spTree>
    <p:extLst>
      <p:ext uri="{BB962C8B-B14F-4D97-AF65-F5344CB8AC3E}">
        <p14:creationId xmlns:p14="http://schemas.microsoft.com/office/powerpoint/2010/main" val="2606359968"/>
      </p:ext>
    </p:extLst>
  </p:cSld>
  <p:clrMapOvr>
    <a:masterClrMapping/>
  </p:clrMapOvr>
  <p:transition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A18064-ED54-24FD-9DDA-6A49A4C1DC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1">
            <a:extLst>
              <a:ext uri="{FF2B5EF4-FFF2-40B4-BE49-F238E27FC236}">
                <a16:creationId xmlns:a16="http://schemas.microsoft.com/office/drawing/2014/main" id="{E7777D16-03AB-0A96-7198-944DB3591AB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87338" y="2941638"/>
            <a:ext cx="4284662" cy="620885"/>
          </a:xfrm>
        </p:spPr>
        <p:txBody>
          <a:bodyPr/>
          <a:lstStyle/>
          <a:p>
            <a:endParaRPr lang="en-US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739B1456-DDC3-2B4C-B3DD-340D9058CBD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5406" y="1301365"/>
            <a:ext cx="5436000" cy="1026000"/>
          </a:xfrm>
        </p:spPr>
        <p:txBody>
          <a:bodyPr anchor="ctr">
            <a:normAutofit/>
          </a:bodyPr>
          <a:lstStyle/>
          <a:p>
            <a:r>
              <a:rPr lang="en-AT" sz="3200" dirty="0"/>
              <a:t>M</a:t>
            </a:r>
            <a:r>
              <a:rPr lang="de-AT" sz="3200" dirty="0" err="1"/>
              <a:t>achine</a:t>
            </a:r>
            <a:r>
              <a:rPr lang="de-AT" sz="3200" dirty="0"/>
              <a:t> </a:t>
            </a:r>
            <a:r>
              <a:rPr lang="en-AT" sz="3200" dirty="0"/>
              <a:t>L</a:t>
            </a:r>
            <a:r>
              <a:rPr lang="de-AT" sz="3200" dirty="0" err="1"/>
              <a:t>earning</a:t>
            </a:r>
            <a:r>
              <a:rPr lang="en-AT" sz="3200" dirty="0"/>
              <a:t> Pipeline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73B18E5-A68F-3E1A-0FF7-783324C416BD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62407" y="5412059"/>
            <a:ext cx="892150" cy="25808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de-AT"/>
              <a:t>SEITE </a:t>
            </a:r>
            <a:fld id="{BE3DC40E-DBBE-4E2D-9EEC-FBF0DA0E9179}" type="slidenum">
              <a:rPr lang="de-AT" smtClean="0"/>
              <a:pPr>
                <a:spcAft>
                  <a:spcPts val="600"/>
                </a:spcAft>
              </a:pPr>
              <a:t>15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62581398"/>
      </p:ext>
    </p:extLst>
  </p:cSld>
  <p:clrMapOvr>
    <a:masterClrMapping/>
  </p:clrMapOvr>
  <p:transition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566076-D74B-486C-F520-9051D41D4F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AT"/>
              <a:t>SEITE </a:t>
            </a:r>
            <a:fld id="{BE3DC40E-DBBE-4E2D-9EEC-FBF0DA0E9179}" type="slidenum">
              <a:rPr lang="de-AT" smtClean="0"/>
              <a:t>16</a:t>
            </a:fld>
            <a:endParaRPr lang="de-AT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36D4E55-CBA9-89D7-0CE9-EF7E41234D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AT" sz="2800" dirty="0"/>
              <a:t>Model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0F4E8DF-E83A-7266-6C8D-4259224876D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5323" y="1222540"/>
            <a:ext cx="8673353" cy="41895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16714"/>
      </p:ext>
    </p:extLst>
  </p:cSld>
  <p:clrMapOvr>
    <a:masterClrMapping/>
  </p:clrMapOvr>
  <p:transition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758357E-35BE-24C8-66D7-0B3C2FA881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AT" dirty="0" err="1"/>
              <a:t>Fusszeile</a:t>
            </a:r>
            <a:endParaRPr lang="de-A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E8643C-9F0C-6D6B-69DD-9FD3D6B74C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AT" dirty="0"/>
              <a:t>SEITE </a:t>
            </a:r>
            <a:fld id="{BE3DC40E-DBBE-4E2D-9EEC-FBF0DA0E9179}" type="slidenum">
              <a:rPr lang="de-AT" smtClean="0"/>
              <a:t>17</a:t>
            </a:fld>
            <a:endParaRPr lang="de-AT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20849D2-B9BE-625C-FAD7-EF625DC768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AT" sz="2800" dirty="0"/>
              <a:t>First </a:t>
            </a:r>
            <a:r>
              <a:rPr lang="de-AT" sz="2800" dirty="0" err="1"/>
              <a:t>results</a:t>
            </a:r>
            <a:endParaRPr lang="de-AT" sz="28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956B433-53B6-89DE-CEA4-87E7D43828C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9545" y="1603045"/>
            <a:ext cx="1732044" cy="173204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6DBA26F-193C-8B19-3E21-05AF202D8E3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74144" y="1575262"/>
            <a:ext cx="2160000" cy="181750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D1E02C1-8049-107B-CD31-0CA00F37364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87065" y="1536059"/>
            <a:ext cx="2160000" cy="187603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8928197-98CD-545B-03CC-DD6D0EE723A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9545" y="3520607"/>
            <a:ext cx="1731600" cy="173160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B75573F0-531F-EB0F-C4DC-F4388744F05A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74145" y="3477655"/>
            <a:ext cx="2160000" cy="1817505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40BD22CF-75C4-12DE-B9C3-C31A34E08FB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77126" y="3457777"/>
            <a:ext cx="2160000" cy="187603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879F468B-DBD3-9B70-36F9-96AFF9504012}"/>
              </a:ext>
            </a:extLst>
          </p:cNvPr>
          <p:cNvSpPr txBox="1"/>
          <p:nvPr/>
        </p:nvSpPr>
        <p:spPr>
          <a:xfrm>
            <a:off x="807036" y="1219831"/>
            <a:ext cx="197661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AT" sz="1600" dirty="0"/>
              <a:t>Sentinel-2 Image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3287921-8E1B-95B3-9A4B-321640E5D429}"/>
              </a:ext>
            </a:extLst>
          </p:cNvPr>
          <p:cNvSpPr txBox="1"/>
          <p:nvPr/>
        </p:nvSpPr>
        <p:spPr>
          <a:xfrm>
            <a:off x="6078756" y="1219831"/>
            <a:ext cx="197661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AT" sz="1600" dirty="0"/>
              <a:t>Ground Truth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AD12880-B78C-1F6D-6E81-4AA935C854E9}"/>
              </a:ext>
            </a:extLst>
          </p:cNvPr>
          <p:cNvSpPr txBox="1"/>
          <p:nvPr/>
        </p:nvSpPr>
        <p:spPr>
          <a:xfrm>
            <a:off x="3365835" y="1219831"/>
            <a:ext cx="197661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AT" sz="1600" dirty="0"/>
              <a:t>Model </a:t>
            </a:r>
            <a:r>
              <a:rPr lang="de-AT" sz="1600" dirty="0" err="1"/>
              <a:t>Prediction</a:t>
            </a:r>
            <a:endParaRPr lang="de-AT" sz="16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8145B13-EC20-4F6E-4E1D-1D1B31C9AB6E}"/>
              </a:ext>
            </a:extLst>
          </p:cNvPr>
          <p:cNvSpPr txBox="1"/>
          <p:nvPr/>
        </p:nvSpPr>
        <p:spPr>
          <a:xfrm rot="16200000">
            <a:off x="-349853" y="2208140"/>
            <a:ext cx="197661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T" sz="1600" dirty="0"/>
              <a:t>Barcelona</a:t>
            </a:r>
            <a:endParaRPr lang="de-AT" sz="16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673677A-E9F7-7B1B-183A-191FACC6702D}"/>
              </a:ext>
            </a:extLst>
          </p:cNvPr>
          <p:cNvSpPr txBox="1"/>
          <p:nvPr/>
        </p:nvSpPr>
        <p:spPr>
          <a:xfrm rot="16200000">
            <a:off x="-349854" y="4217130"/>
            <a:ext cx="197661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T" sz="1600" dirty="0"/>
              <a:t>Vienna</a:t>
            </a:r>
            <a:endParaRPr lang="de-AT" sz="1600" dirty="0"/>
          </a:p>
        </p:txBody>
      </p:sp>
    </p:spTree>
    <p:extLst>
      <p:ext uri="{BB962C8B-B14F-4D97-AF65-F5344CB8AC3E}">
        <p14:creationId xmlns:p14="http://schemas.microsoft.com/office/powerpoint/2010/main" val="345967724"/>
      </p:ext>
    </p:extLst>
  </p:cSld>
  <p:clrMapOvr>
    <a:masterClrMapping/>
  </p:clrMapOvr>
  <p:transition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B83A407-A2C6-F9F6-D33C-7B55E5777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AT"/>
              <a:t>Fusszeile</a:t>
            </a:r>
            <a:endParaRPr lang="de-A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5DE404-18FD-9E95-8B3D-ECE14D24A5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AT"/>
              <a:t>SEITE </a:t>
            </a:r>
            <a:fld id="{BE3DC40E-DBBE-4E2D-9EEC-FBF0DA0E9179}" type="slidenum">
              <a:rPr lang="de-AT" smtClean="0"/>
              <a:t>18</a:t>
            </a:fld>
            <a:endParaRPr lang="de-AT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81FFDD39-91E7-3556-F113-129FFF9117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2019" y="139700"/>
            <a:ext cx="6840000" cy="903822"/>
          </a:xfrm>
        </p:spPr>
        <p:txBody>
          <a:bodyPr/>
          <a:lstStyle/>
          <a:p>
            <a:r>
              <a:rPr lang="de-AT" dirty="0" err="1"/>
              <a:t>Current</a:t>
            </a:r>
            <a:r>
              <a:rPr lang="de-AT" dirty="0"/>
              <a:t> </a:t>
            </a:r>
            <a:r>
              <a:rPr lang="en-AT" dirty="0"/>
              <a:t>Problems</a:t>
            </a:r>
            <a:endParaRPr lang="de-AT" dirty="0"/>
          </a:p>
        </p:txBody>
      </p:sp>
      <p:graphicFrame>
        <p:nvGraphicFramePr>
          <p:cNvPr id="7" name="Content Placeholder 1">
            <a:extLst>
              <a:ext uri="{FF2B5EF4-FFF2-40B4-BE49-F238E27FC236}">
                <a16:creationId xmlns:a16="http://schemas.microsoft.com/office/drawing/2014/main" id="{85EC6FBE-19D5-70F7-9F3D-0668411FCCD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413016806"/>
              </p:ext>
            </p:extLst>
          </p:nvPr>
        </p:nvGraphicFramePr>
        <p:xfrm>
          <a:off x="466726" y="1233097"/>
          <a:ext cx="8210547" cy="398938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777702214"/>
      </p:ext>
    </p:extLst>
  </p:cSld>
  <p:clrMapOvr>
    <a:masterClrMapping/>
  </p:clrMapOvr>
  <p:transition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E6A2416-C96A-1CF8-1902-9D486F0BF1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AT"/>
              <a:t>Fusszeile</a:t>
            </a:r>
            <a:endParaRPr lang="de-A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0C1CE1-BAEB-8A99-47AA-B12855601D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AT"/>
              <a:t>SEITE </a:t>
            </a:r>
            <a:fld id="{BE3DC40E-DBBE-4E2D-9EEC-FBF0DA0E9179}" type="slidenum">
              <a:rPr lang="de-AT" smtClean="0"/>
              <a:t>19</a:t>
            </a:fld>
            <a:endParaRPr lang="de-AT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2C87E4F7-B898-81A6-DABB-E44B9004B4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T" dirty="0"/>
              <a:t>Follow Up</a:t>
            </a:r>
            <a:endParaRPr lang="de-AT" dirty="0"/>
          </a:p>
        </p:txBody>
      </p:sp>
      <p:sp>
        <p:nvSpPr>
          <p:cNvPr id="6" name="Content Placeholder 1">
            <a:extLst>
              <a:ext uri="{FF2B5EF4-FFF2-40B4-BE49-F238E27FC236}">
                <a16:creationId xmlns:a16="http://schemas.microsoft.com/office/drawing/2014/main" id="{379F8EEB-8A49-D9BC-8CC4-9F001C63A0DC}"/>
              </a:ext>
            </a:extLst>
          </p:cNvPr>
          <p:cNvSpPr txBox="1">
            <a:spLocks/>
          </p:cNvSpPr>
          <p:nvPr/>
        </p:nvSpPr>
        <p:spPr>
          <a:xfrm>
            <a:off x="462407" y="1300838"/>
            <a:ext cx="7759644" cy="3853905"/>
          </a:xfrm>
          <a:prstGeom prst="rect">
            <a:avLst/>
          </a:prstGeom>
        </p:spPr>
        <p:txBody>
          <a:bodyPr>
            <a:normAutofit lnSpcReduction="10000"/>
          </a:bodyPr>
          <a:lstStyle>
            <a:lvl1pPr marL="266700" indent="-266700" algn="l" defTabSz="914306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Font typeface="Wingdings" charset="2"/>
              <a:buChar char="§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39750" indent="-273050" algn="l" defTabSz="914306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chemeClr val="accent1"/>
              </a:buClr>
              <a:buSzPct val="100000"/>
              <a:buFont typeface="Wingdings" charset="2"/>
              <a:buChar char="§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14388" indent="-273050" algn="l" defTabSz="914306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chemeClr val="accent1"/>
              </a:buClr>
              <a:buFont typeface="Wingdings" charset="2"/>
              <a:buChar char="§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74738" indent="-266700" algn="l" defTabSz="914306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chemeClr val="accent1"/>
              </a:buClr>
              <a:buFont typeface="Wingdings" charset="2"/>
              <a:buChar char="§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41438" indent="-263525" algn="l" defTabSz="914306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chemeClr val="accent1"/>
              </a:buClr>
              <a:buFont typeface="Wingdings" charset="2"/>
              <a:buChar char="§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343" indent="-228577" algn="l" defTabSz="914306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496" indent="-228577" algn="l" defTabSz="914306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650" indent="-228577" algn="l" defTabSz="914306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803" indent="-228577" algn="l" defTabSz="914306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AT" sz="2200" dirty="0" err="1"/>
              <a:t>Inclusion</a:t>
            </a:r>
            <a:r>
              <a:rPr lang="de-AT" sz="2200" dirty="0"/>
              <a:t> </a:t>
            </a:r>
            <a:r>
              <a:rPr lang="de-AT" sz="2200" dirty="0" err="1"/>
              <a:t>of</a:t>
            </a:r>
            <a:r>
              <a:rPr lang="de-AT" sz="2200" dirty="0"/>
              <a:t> OSM </a:t>
            </a:r>
            <a:r>
              <a:rPr lang="de-AT" sz="2200" dirty="0" err="1"/>
              <a:t>data</a:t>
            </a:r>
            <a:endParaRPr lang="de-AT" sz="2200" dirty="0"/>
          </a:p>
          <a:p>
            <a:pPr lvl="1"/>
            <a:r>
              <a:rPr lang="de-AT" sz="2200" dirty="0"/>
              <a:t>Classification: </a:t>
            </a:r>
            <a:r>
              <a:rPr lang="de-AT" sz="2200" dirty="0" err="1"/>
              <a:t>predicting</a:t>
            </a:r>
            <a:r>
              <a:rPr lang="de-AT" sz="2200" dirty="0"/>
              <a:t> different </a:t>
            </a:r>
            <a:r>
              <a:rPr lang="de-AT" sz="2200" dirty="0" err="1"/>
              <a:t>structure</a:t>
            </a:r>
            <a:r>
              <a:rPr lang="de-AT" sz="2200" dirty="0"/>
              <a:t> </a:t>
            </a:r>
            <a:r>
              <a:rPr lang="de-AT" sz="2200" dirty="0" err="1"/>
              <a:t>types</a:t>
            </a:r>
            <a:endParaRPr lang="de-AT" sz="2200" dirty="0"/>
          </a:p>
          <a:p>
            <a:pPr lvl="1"/>
            <a:r>
              <a:rPr lang="de-AT" sz="2200" dirty="0"/>
              <a:t>Regression: </a:t>
            </a:r>
            <a:r>
              <a:rPr lang="de-AT" sz="2200" dirty="0" err="1"/>
              <a:t>predicting</a:t>
            </a:r>
            <a:r>
              <a:rPr lang="de-AT" sz="2200" dirty="0"/>
              <a:t> </a:t>
            </a:r>
            <a:r>
              <a:rPr lang="de-AT" sz="2200" dirty="0" err="1"/>
              <a:t>number</a:t>
            </a:r>
            <a:r>
              <a:rPr lang="de-AT" sz="2200" dirty="0"/>
              <a:t> </a:t>
            </a:r>
            <a:r>
              <a:rPr lang="de-AT" sz="2200" dirty="0" err="1"/>
              <a:t>of</a:t>
            </a:r>
            <a:r>
              <a:rPr lang="de-AT" sz="2200" dirty="0"/>
              <a:t> </a:t>
            </a:r>
            <a:r>
              <a:rPr lang="de-AT" sz="2200" dirty="0" err="1"/>
              <a:t>trees</a:t>
            </a:r>
            <a:r>
              <a:rPr lang="de-AT" sz="2200" dirty="0"/>
              <a:t> </a:t>
            </a:r>
            <a:r>
              <a:rPr lang="de-AT" sz="2200" dirty="0" err="1"/>
              <a:t>using</a:t>
            </a:r>
            <a:r>
              <a:rPr lang="de-AT" sz="2200" dirty="0"/>
              <a:t> different </a:t>
            </a:r>
            <a:r>
              <a:rPr lang="de-AT" sz="2200" dirty="0" err="1"/>
              <a:t>structure</a:t>
            </a:r>
            <a:r>
              <a:rPr lang="de-AT" sz="2200" dirty="0"/>
              <a:t> </a:t>
            </a:r>
            <a:r>
              <a:rPr lang="de-AT" sz="2200" dirty="0" err="1"/>
              <a:t>types</a:t>
            </a:r>
            <a:endParaRPr lang="en-AT" sz="2200" dirty="0"/>
          </a:p>
          <a:p>
            <a:pPr lvl="1"/>
            <a:endParaRPr lang="de-AT" sz="2200" dirty="0"/>
          </a:p>
          <a:p>
            <a:r>
              <a:rPr lang="de-AT" sz="2200" dirty="0"/>
              <a:t>Train larger </a:t>
            </a:r>
            <a:r>
              <a:rPr lang="de-AT" sz="2200" dirty="0" err="1"/>
              <a:t>model</a:t>
            </a:r>
            <a:r>
              <a:rPr lang="de-AT" sz="2200" dirty="0"/>
              <a:t> </a:t>
            </a:r>
            <a:r>
              <a:rPr lang="de-AT" sz="2200" dirty="0" err="1"/>
              <a:t>for</a:t>
            </a:r>
            <a:r>
              <a:rPr lang="de-AT" sz="2200" dirty="0"/>
              <a:t> </a:t>
            </a:r>
            <a:r>
              <a:rPr lang="en-AT" sz="2200" dirty="0"/>
              <a:t>longer</a:t>
            </a:r>
            <a:r>
              <a:rPr lang="de-AT" sz="2200" dirty="0"/>
              <a:t> time</a:t>
            </a:r>
            <a:endParaRPr lang="en-AT" sz="2200" dirty="0"/>
          </a:p>
          <a:p>
            <a:endParaRPr lang="en-AT" sz="2200" dirty="0"/>
          </a:p>
          <a:p>
            <a:r>
              <a:rPr lang="en-AT" sz="2200" dirty="0"/>
              <a:t>Pick best model to create tree cadastre database</a:t>
            </a:r>
          </a:p>
          <a:p>
            <a:endParaRPr lang="en-AT" sz="2200" dirty="0"/>
          </a:p>
          <a:p>
            <a:r>
              <a:rPr lang="en-AT" sz="2200" dirty="0"/>
              <a:t>Scrape new sentinel images to test model</a:t>
            </a:r>
          </a:p>
        </p:txBody>
      </p:sp>
    </p:spTree>
    <p:extLst>
      <p:ext uri="{BB962C8B-B14F-4D97-AF65-F5344CB8AC3E}">
        <p14:creationId xmlns:p14="http://schemas.microsoft.com/office/powerpoint/2010/main" val="934764725"/>
      </p:ext>
    </p:extLst>
  </p:cSld>
  <p:clrMapOvr>
    <a:masterClrMapping/>
  </p:clrMapOvr>
  <p:transition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1">
            <a:extLst>
              <a:ext uri="{FF2B5EF4-FFF2-40B4-BE49-F238E27FC236}">
                <a16:creationId xmlns:a16="http://schemas.microsoft.com/office/drawing/2014/main" id="{A72D61DB-091D-4DEA-536C-D956BEB5BF5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87338" y="2941638"/>
            <a:ext cx="4284662" cy="620885"/>
          </a:xfrm>
        </p:spPr>
        <p:txBody>
          <a:bodyPr/>
          <a:lstStyle/>
          <a:p>
            <a:endParaRPr lang="en-US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E17993FF-05FC-40D7-1E06-61B1A287DA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5406" y="1301365"/>
            <a:ext cx="5436000" cy="1026000"/>
          </a:xfrm>
        </p:spPr>
        <p:txBody>
          <a:bodyPr anchor="ctr">
            <a:normAutofit/>
          </a:bodyPr>
          <a:lstStyle/>
          <a:p>
            <a:r>
              <a:rPr lang="en-AT" dirty="0"/>
              <a:t>Thanks for your attention</a:t>
            </a:r>
            <a:endParaRPr lang="de-AT" dirty="0"/>
          </a:p>
        </p:txBody>
      </p:sp>
      <p:sp>
        <p:nvSpPr>
          <p:cNvPr id="12" name="Footer Placeholder 3">
            <a:extLst>
              <a:ext uri="{FF2B5EF4-FFF2-40B4-BE49-F238E27FC236}">
                <a16:creationId xmlns:a16="http://schemas.microsoft.com/office/drawing/2014/main" id="{F702F2FA-53E9-800F-FD5A-2A35CB1F23CE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1354561" y="5412059"/>
            <a:ext cx="3217443" cy="258085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de-AT"/>
              <a:t>Fusszeile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FC2F18-AA5F-703D-E941-865891491132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62407" y="5412059"/>
            <a:ext cx="892150" cy="25808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de-AT"/>
              <a:t>SEITE </a:t>
            </a:r>
            <a:fld id="{BE3DC40E-DBBE-4E2D-9EEC-FBF0DA0E9179}" type="slidenum">
              <a:rPr lang="de-AT" smtClean="0"/>
              <a:pPr>
                <a:spcAft>
                  <a:spcPts val="600"/>
                </a:spcAft>
              </a:pPr>
              <a:t>20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722022222"/>
      </p:ext>
    </p:extLst>
  </p:cSld>
  <p:clrMapOvr>
    <a:masterClrMapping/>
  </p:clrMapOvr>
  <p:transition>
    <p:fade/>
  </p:transition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ELECTEDLANGUAGE" val="German Austria"/>
</p:tagLst>
</file>

<file path=ppt/theme/theme1.xml><?xml version="1.0" encoding="utf-8"?>
<a:theme xmlns:a="http://schemas.openxmlformats.org/drawingml/2006/main" name="WU 16:10">
  <a:themeElements>
    <a:clrScheme name="WU">
      <a:dk1>
        <a:srgbClr val="000000"/>
      </a:dk1>
      <a:lt1>
        <a:srgbClr val="FFFFFF"/>
      </a:lt1>
      <a:dk2>
        <a:srgbClr val="002350"/>
      </a:dk2>
      <a:lt2>
        <a:srgbClr val="E5F5FA"/>
      </a:lt2>
      <a:accent1>
        <a:srgbClr val="0096D3"/>
      </a:accent1>
      <a:accent2>
        <a:srgbClr val="002350"/>
      </a:accent2>
      <a:accent3>
        <a:srgbClr val="4B2582"/>
      </a:accent3>
      <a:accent4>
        <a:srgbClr val="457AA0"/>
      </a:accent4>
      <a:accent5>
        <a:srgbClr val="A592C0"/>
      </a:accent5>
      <a:accent6>
        <a:srgbClr val="80CFE9"/>
      </a:accent6>
      <a:hlink>
        <a:srgbClr val="405A7C"/>
      </a:hlink>
      <a:folHlink>
        <a:srgbClr val="0082AA"/>
      </a:folHlink>
    </a:clrScheme>
    <a:fontScheme name="WU neu">
      <a:majorFont>
        <a:latin typeface="Georgia"/>
        <a:ea typeface=""/>
        <a:cs typeface=""/>
      </a:majorFont>
      <a:minorFont>
        <a:latin typeface="Verdan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WU Farbschema neu">
        <a:dk1>
          <a:srgbClr val="000000"/>
        </a:dk1>
        <a:lt1>
          <a:sysClr val="window" lastClr="FFFFFF"/>
        </a:lt1>
        <a:dk2>
          <a:srgbClr val="002E60"/>
        </a:dk2>
        <a:lt2>
          <a:srgbClr val="E5F5FA"/>
        </a:lt2>
        <a:accent1>
          <a:srgbClr val="0096D3"/>
        </a:accent1>
        <a:accent2>
          <a:srgbClr val="002E60"/>
        </a:accent2>
        <a:accent3>
          <a:srgbClr val="532481"/>
        </a:accent3>
        <a:accent4>
          <a:srgbClr val="457AA0"/>
        </a:accent4>
        <a:accent5>
          <a:srgbClr val="A991C0"/>
        </a:accent5>
        <a:accent6>
          <a:srgbClr val="7FCAE9"/>
        </a:accent6>
        <a:hlink>
          <a:srgbClr val="406288"/>
        </a:hlink>
        <a:folHlink>
          <a:srgbClr val="008FAA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WU Musterpräsentation 16x10.potx" id="{89FEFAF3-4721-453B-9DDB-5601F7C9FC5D}" vid="{640991EF-C554-4C4C-9E8E-1E5B46439C74}"/>
    </a:ext>
  </a:extLst>
</a:theme>
</file>

<file path=ppt/theme/theme2.xml><?xml version="1.0" encoding="utf-8"?>
<a:theme xmlns:a="http://schemas.openxmlformats.org/drawingml/2006/main" name="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Kategorie xmlns="dde413db-0745-4f3a-8dca-564dc7ff6f7d">Präsentationen</Kategorie>
    <Beschreibung xmlns="dde413db-0745-4f3a-8dca-564dc7ff6f7d">Musterpräsentation im Format 16:10 (= WU Standard)</Beschreibung>
    <TaxCatchAll xmlns="08b0a3ee-3d2a-451c-9a1a-7e5d5b0c9c77">
      <Value>266</Value>
      <Value>403</Value>
    </TaxCatchAll>
    <DokumentenartTaxHTField0 xmlns="1a8d9a65-8471-4209-a900-f8e11db75e0a">
      <Terms xmlns="http://schemas.microsoft.com/office/infopath/2007/PartnerControls">
        <TermInfo xmlns="http://schemas.microsoft.com/office/infopath/2007/PartnerControls">
          <TermName xmlns="http://schemas.microsoft.com/office/infopath/2007/PartnerControls">Vorlagen</TermName>
          <TermId xmlns="http://schemas.microsoft.com/office/infopath/2007/PartnerControls">17fc50ed-8ad1-47be-ab12-04243fd74ddb</TermId>
        </TermInfo>
      </Terms>
    </DokumentenartTaxHTField0>
    <WU_x0020_ThemaTaxHTField0 xmlns="1a8d9a65-8471-4209-a900-f8e11db75e0a">
      <Terms xmlns="http://schemas.microsoft.com/office/infopath/2007/PartnerControls">
        <TermInfo xmlns="http://schemas.microsoft.com/office/infopath/2007/PartnerControls">
          <TermName xmlns="http://schemas.microsoft.com/office/infopath/2007/PartnerControls">Corporate Design</TermName>
          <TermId xmlns="http://schemas.microsoft.com/office/infopath/2007/PartnerControls">19895bcd-b158-45ae-ab7b-f5ca217dfcec</TermId>
        </TermInfo>
      </Terms>
    </WU_x0020_ThemaTaxHTField0>
    <Format xmlns="dde413db-0745-4f3a-8dca-564dc7ff6f7d">Microsoft Office 2013/2016</Format>
    <SharedWithUsers xmlns="08b0a3ee-3d2a-451c-9a1a-7e5d5b0c9c77">
      <UserInfo>
        <DisplayName>Hernandez Perez, Laura</DisplayName>
        <AccountId>6100</AccountId>
        <AccountType/>
      </UserInfo>
      <UserInfo>
        <DisplayName>Hermann, Anett</DisplayName>
        <AccountId>2869</AccountId>
        <AccountType/>
      </UserInfo>
    </SharedWithUsers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BCF651A35DF3154DB01328AF51148DAE" ma:contentTypeVersion="2" ma:contentTypeDescription="Ein neues Dokument erstellen." ma:contentTypeScope="" ma:versionID="b5ccb5bb211b6ddcc624790d84f2bb9f">
  <xsd:schema xmlns:xsd="http://www.w3.org/2001/XMLSchema" xmlns:xs="http://www.w3.org/2001/XMLSchema" xmlns:p="http://schemas.microsoft.com/office/2006/metadata/properties" xmlns:ns2="1a8d9a65-8471-4209-a900-f8e11db75e0a" xmlns:ns3="08b0a3ee-3d2a-451c-9a1a-7e5d5b0c9c77" xmlns:ns4="dde413db-0745-4f3a-8dca-564dc7ff6f7d" targetNamespace="http://schemas.microsoft.com/office/2006/metadata/properties" ma:root="true" ma:fieldsID="046596c9011a87760a505164f9d920d3" ns2:_="" ns3:_="" ns4:_="">
    <xsd:import namespace="1a8d9a65-8471-4209-a900-f8e11db75e0a"/>
    <xsd:import namespace="08b0a3ee-3d2a-451c-9a1a-7e5d5b0c9c77"/>
    <xsd:import namespace="dde413db-0745-4f3a-8dca-564dc7ff6f7d"/>
    <xsd:element name="properties">
      <xsd:complexType>
        <xsd:sequence>
          <xsd:element name="documentManagement">
            <xsd:complexType>
              <xsd:all>
                <xsd:element ref="ns2:WU_x0020_ThemaTaxHTField0" minOccurs="0"/>
                <xsd:element ref="ns3:TaxCatchAll" minOccurs="0"/>
                <xsd:element ref="ns2:DokumentenartTaxHTField0" minOccurs="0"/>
                <xsd:element ref="ns4:Beschreibung" minOccurs="0"/>
                <xsd:element ref="ns4:Format" minOccurs="0"/>
                <xsd:element ref="ns4:Kategorie" minOccurs="0"/>
                <xsd:element ref="ns3:SharedWithUsers" minOccurs="0"/>
                <xsd:element ref="ns3:SharedWithDetail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a8d9a65-8471-4209-a900-f8e11db75e0a" elementFormDefault="qualified">
    <xsd:import namespace="http://schemas.microsoft.com/office/2006/documentManagement/types"/>
    <xsd:import namespace="http://schemas.microsoft.com/office/infopath/2007/PartnerControls"/>
    <xsd:element name="WU_x0020_ThemaTaxHTField0" ma:index="9" nillable="true" ma:taxonomy="true" ma:internalName="WU_x0020_ThemaTaxHTField0" ma:taxonomyFieldName="WU_x0020_Thema" ma:displayName="Schlagwort" ma:default="" ma:fieldId="{a2eb3201-e251-4055-97e9-466604fc777f}" ma:taxonomyMulti="true" ma:sspId="59da4ae5-1217-4de6-bd64-b7a740f353bb" ma:termSetId="c1edca97-812b-4584-b6b5-1e5cade81cae" ma:anchorId="00000000-0000-0000-0000-000000000000" ma:open="true" ma:isKeyword="false">
      <xsd:complexType>
        <xsd:sequence>
          <xsd:element ref="pc:Terms" minOccurs="0" maxOccurs="1"/>
        </xsd:sequence>
      </xsd:complexType>
    </xsd:element>
    <xsd:element name="DokumentenartTaxHTField0" ma:index="12" nillable="true" ma:taxonomy="true" ma:internalName="DokumentenartTaxHTField0" ma:taxonomyFieldName="Dokumentenart" ma:displayName="Dokumentenart" ma:default="" ma:fieldId="{0f2e647f-32b7-4850-b6be-ae358ed71e70}" ma:taxonomyMulti="true" ma:sspId="59da4ae5-1217-4de6-bd64-b7a740f353bb" ma:termSetId="325756d7-e24e-4b6f-ba71-3f779d34c1ea" ma:anchorId="00000000-0000-0000-0000-000000000000" ma:open="fals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8b0a3ee-3d2a-451c-9a1a-7e5d5b0c9c77" elementFormDefault="qualified">
    <xsd:import namespace="http://schemas.microsoft.com/office/2006/documentManagement/types"/>
    <xsd:import namespace="http://schemas.microsoft.com/office/infopath/2007/PartnerControls"/>
    <xsd:element name="TaxCatchAll" ma:index="10" nillable="true" ma:displayName="Taxonomy Catch All Column" ma:description="" ma:hidden="true" ma:list="{6a103bb8-3913-4e3b-a229-080a76572464}" ma:internalName="TaxCatchAll" ma:showField="CatchAllData" ma:web="08b0a3ee-3d2a-451c-9a1a-7e5d5b0c9c77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6" nillable="true" ma:displayName="Freigegeben für" ma:description="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Freigegeben für - Details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de413db-0745-4f3a-8dca-564dc7ff6f7d" elementFormDefault="qualified">
    <xsd:import namespace="http://schemas.microsoft.com/office/2006/documentManagement/types"/>
    <xsd:import namespace="http://schemas.microsoft.com/office/infopath/2007/PartnerControls"/>
    <xsd:element name="Beschreibung" ma:index="13" nillable="true" ma:displayName="Beschreibung" ma:internalName="Beschreibung">
      <xsd:simpleType>
        <xsd:restriction base="dms:Note">
          <xsd:maxLength value="255"/>
        </xsd:restriction>
      </xsd:simpleType>
    </xsd:element>
    <xsd:element name="Format" ma:index="14" nillable="true" ma:displayName="Format" ma:format="Dropdown" ma:internalName="Format">
      <xsd:simpleType>
        <xsd:union memberTypes="dms:Text">
          <xsd:simpleType>
            <xsd:restriction base="dms:Choice">
              <xsd:enumeration value="LaTeX"/>
              <xsd:enumeration value="Microsoft Office 2003"/>
              <xsd:enumeration value="Microsoft Office 2007-2013"/>
              <xsd:enumeration value="Microsoft Office 2013/2016"/>
              <xsd:enumeration value="OpenOffice 3.0"/>
            </xsd:restriction>
          </xsd:simpleType>
        </xsd:union>
      </xsd:simpleType>
    </xsd:element>
    <xsd:element name="Kategorie" ma:index="15" nillable="true" ma:displayName="Kategorie" ma:default="Anleitungen" ma:format="Dropdown" ma:internalName="Kategorie">
      <xsd:simpleType>
        <xsd:union memberTypes="dms:Text">
          <xsd:simpleType>
            <xsd:restriction base="dms:Choice">
              <xsd:enumeration value="Anleitungen"/>
              <xsd:enumeration value="Aushänge für Lift und Tür"/>
              <xsd:enumeration value="Basisvorlagen"/>
              <xsd:enumeration value="Brief-/Faxvorlagen"/>
              <xsd:enumeration value="Einladungen"/>
              <xsd:enumeration value="Etiketten"/>
              <xsd:enumeration value="Musterdateien"/>
              <xsd:enumeration value="Namensschilder"/>
              <xsd:enumeration value="Präsentationen"/>
              <xsd:enumeration value="Skripten-Cover"/>
            </xsd:restriction>
          </xsd:simpleType>
        </xsd:un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9346B3ED-06B1-4DE8-9648-0F78B5B453B2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BF58DFAF-C9AD-4CE5-A221-45D64FB05328}">
  <ds:schemaRefs>
    <ds:schemaRef ds:uri="08b0a3ee-3d2a-451c-9a1a-7e5d5b0c9c77"/>
    <ds:schemaRef ds:uri="http://purl.org/dc/terms/"/>
    <ds:schemaRef ds:uri="http://schemas.microsoft.com/office/infopath/2007/PartnerControls"/>
    <ds:schemaRef ds:uri="http://schemas.microsoft.com/office/2006/metadata/properties"/>
    <ds:schemaRef ds:uri="http://purl.org/dc/elements/1.1/"/>
    <ds:schemaRef ds:uri="http://www.w3.org/XML/1998/namespace"/>
    <ds:schemaRef ds:uri="http://schemas.microsoft.com/office/2006/documentManagement/types"/>
    <ds:schemaRef ds:uri="http://schemas.openxmlformats.org/package/2006/metadata/core-properties"/>
    <ds:schemaRef ds:uri="dde413db-0745-4f3a-8dca-564dc7ff6f7d"/>
    <ds:schemaRef ds:uri="1a8d9a65-8471-4209-a900-f8e11db75e0a"/>
    <ds:schemaRef ds:uri="http://purl.org/dc/dcmitype/"/>
  </ds:schemaRefs>
</ds:datastoreItem>
</file>

<file path=customXml/itemProps3.xml><?xml version="1.0" encoding="utf-8"?>
<ds:datastoreItem xmlns:ds="http://schemas.openxmlformats.org/officeDocument/2006/customXml" ds:itemID="{069B4889-3CCA-46C6-8FD4-B0AB941A4B5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a8d9a65-8471-4209-a900-f8e11db75e0a"/>
    <ds:schemaRef ds:uri="08b0a3ee-3d2a-451c-9a1a-7e5d5b0c9c77"/>
    <ds:schemaRef ds:uri="dde413db-0745-4f3a-8dca-564dc7ff6f7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WU Musterpräsentation 16x10</Template>
  <TotalTime>0</TotalTime>
  <Words>625</Words>
  <Application>Microsoft Office PowerPoint</Application>
  <PresentationFormat>On-screen Show (16:10)</PresentationFormat>
  <Paragraphs>151</Paragraphs>
  <Slides>20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5" baseType="lpstr">
      <vt:lpstr>Arial</vt:lpstr>
      <vt:lpstr>Georgia</vt:lpstr>
      <vt:lpstr>Verdana</vt:lpstr>
      <vt:lpstr>Wingdings</vt:lpstr>
      <vt:lpstr>WU 16:10</vt:lpstr>
      <vt:lpstr>Tree Detection</vt:lpstr>
      <vt:lpstr>Agenda</vt:lpstr>
      <vt:lpstr>Introduction</vt:lpstr>
      <vt:lpstr>Introduction - Problem</vt:lpstr>
      <vt:lpstr>Introduction - Context</vt:lpstr>
      <vt:lpstr>Introduction – Project Outline</vt:lpstr>
      <vt:lpstr>Data</vt:lpstr>
      <vt:lpstr>Data Sources</vt:lpstr>
      <vt:lpstr>Data Collection</vt:lpstr>
      <vt:lpstr>What Worked / Improvement</vt:lpstr>
      <vt:lpstr>Exploratory Data Analysis</vt:lpstr>
      <vt:lpstr>EDA</vt:lpstr>
      <vt:lpstr>EDA</vt:lpstr>
      <vt:lpstr>EDA - Challenges</vt:lpstr>
      <vt:lpstr>Machine Learning Pipeline</vt:lpstr>
      <vt:lpstr>Model</vt:lpstr>
      <vt:lpstr>First results</vt:lpstr>
      <vt:lpstr>Current Problems</vt:lpstr>
      <vt:lpstr>Follow Up</vt:lpstr>
      <vt:lpstr>Thanks for your attention</vt:lpstr>
    </vt:vector>
  </TitlesOfParts>
  <Company>Vienna University of Economics and Business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Präsentationsvorlage</dc:title>
  <dc:creator>Matejka, Gabriel</dc:creator>
  <cp:lastModifiedBy>Oberhumer, Dominik</cp:lastModifiedBy>
  <cp:revision>37</cp:revision>
  <dcterms:created xsi:type="dcterms:W3CDTF">2024-03-18T10:24:09Z</dcterms:created>
  <dcterms:modified xsi:type="dcterms:W3CDTF">2026-04-20T17:27:59Z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WU Thema">
    <vt:lpwstr>403;#Corporate Design|19895bcd-b158-45ae-ab7b-f5ca217dfcec</vt:lpwstr>
  </property>
  <property fmtid="{D5CDD505-2E9C-101B-9397-08002B2CF9AE}" pid="3" name="Dokumentenart">
    <vt:lpwstr>266;#Vorlagen|17fc50ed-8ad1-47be-ab12-04243fd74ddb</vt:lpwstr>
  </property>
  <property fmtid="{D5CDD505-2E9C-101B-9397-08002B2CF9AE}" pid="4" name="ContentTypeId">
    <vt:lpwstr>0x010100BCF651A35DF3154DB01328AF51148DAE</vt:lpwstr>
  </property>
</Properties>
</file>